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66" r:id="rId4"/>
  </p:sldMasterIdLst>
  <p:notesMasterIdLst>
    <p:notesMasterId r:id="rId27"/>
  </p:notesMasterIdLst>
  <p:handoutMasterIdLst>
    <p:handoutMasterId r:id="rId28"/>
  </p:handoutMasterIdLst>
  <p:sldIdLst>
    <p:sldId id="256" r:id="rId5"/>
    <p:sldId id="295" r:id="rId6"/>
    <p:sldId id="277" r:id="rId7"/>
    <p:sldId id="262" r:id="rId8"/>
    <p:sldId id="289" r:id="rId9"/>
    <p:sldId id="264" r:id="rId10"/>
    <p:sldId id="261" r:id="rId11"/>
    <p:sldId id="258" r:id="rId12"/>
    <p:sldId id="278" r:id="rId13"/>
    <p:sldId id="266" r:id="rId14"/>
    <p:sldId id="292" r:id="rId15"/>
    <p:sldId id="268" r:id="rId16"/>
    <p:sldId id="280" r:id="rId17"/>
    <p:sldId id="270" r:id="rId18"/>
    <p:sldId id="293" r:id="rId19"/>
    <p:sldId id="294" r:id="rId20"/>
    <p:sldId id="260" r:id="rId21"/>
    <p:sldId id="282" r:id="rId22"/>
    <p:sldId id="283" r:id="rId23"/>
    <p:sldId id="290" r:id="rId24"/>
    <p:sldId id="275" r:id="rId25"/>
    <p:sldId id="276" r:id="rId26"/>
  </p:sldIdLst>
  <p:sldSz cx="12192000" cy="6858000"/>
  <p:notesSz cx="6858000" cy="9144000"/>
  <p:embeddedFontLst>
    <p:embeddedFont>
      <p:font typeface="Tenorite" panose="00000500000000000000" pitchFamily="2"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C60CFC-0E2C-45B5-B6F9-933DFC1F147A}" v="2" dt="2026-05-17T18:17:41.555"/>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62" d="100"/>
          <a:sy n="62" d="100"/>
        </p:scale>
        <p:origin x="828" y="44"/>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lumMod val="75000"/>
              </a:schemeClr>
            </a:solidFill>
            <a:ln>
              <a:noFill/>
            </a:ln>
            <a:effectLst/>
          </c:spPr>
          <c:invertIfNegative val="0"/>
          <c:cat>
            <c:strRef>
              <c:f>Sheet1!$A$2:$A$5</c:f>
              <c:strCache>
                <c:ptCount val="4"/>
                <c:pt idx="0">
                  <c:v>20XX</c:v>
                </c:pt>
                <c:pt idx="1">
                  <c:v>20XX</c:v>
                </c:pt>
                <c:pt idx="2">
                  <c:v>20XX</c:v>
                </c:pt>
                <c:pt idx="3">
                  <c:v>20XX</c:v>
                </c:pt>
              </c:strCache>
            </c:strRef>
          </c:cat>
          <c:val>
            <c:numRef>
              <c:f>Sheet1!$B$2:$B$5</c:f>
              <c:numCache>
                <c:formatCode>[$$-409]#,##0</c:formatCode>
                <c:ptCount val="4"/>
                <c:pt idx="0">
                  <c:v>10000</c:v>
                </c:pt>
                <c:pt idx="1">
                  <c:v>20000</c:v>
                </c:pt>
                <c:pt idx="2">
                  <c:v>30000</c:v>
                </c:pt>
                <c:pt idx="3">
                  <c:v>40000</c:v>
                </c:pt>
              </c:numCache>
            </c:numRef>
          </c:val>
          <c:extLst>
            <c:ext xmlns:c16="http://schemas.microsoft.com/office/drawing/2014/chart" uri="{C3380CC4-5D6E-409C-BE32-E72D297353CC}">
              <c16:uniqueId val="{00000000-0B80-4025-ABCB-85931C353E85}"/>
            </c:ext>
          </c:extLst>
        </c:ser>
        <c:dLbls>
          <c:showLegendKey val="0"/>
          <c:showVal val="0"/>
          <c:showCatName val="0"/>
          <c:showSerName val="0"/>
          <c:showPercent val="0"/>
          <c:showBubbleSize val="0"/>
        </c:dLbls>
        <c:gapWidth val="118"/>
        <c:overlap val="-3"/>
        <c:axId val="694597680"/>
        <c:axId val="694598992"/>
      </c:barChart>
      <c:catAx>
        <c:axId val="69459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8992"/>
        <c:crosses val="autoZero"/>
        <c:auto val="1"/>
        <c:lblAlgn val="ctr"/>
        <c:lblOffset val="100"/>
        <c:noMultiLvlLbl val="0"/>
      </c:catAx>
      <c:valAx>
        <c:axId val="694598992"/>
        <c:scaling>
          <c:orientation val="minMax"/>
          <c:max val="40000"/>
        </c:scaling>
        <c:delete val="0"/>
        <c:axPos val="l"/>
        <c:majorGridlines>
          <c:spPr>
            <a:ln w="9525" cap="flat" cmpd="sng" algn="ctr">
              <a:solidFill>
                <a:schemeClr val="accent1">
                  <a:lumMod val="75000"/>
                </a:schemeClr>
              </a:solidFill>
              <a:round/>
            </a:ln>
            <a:effectLst/>
          </c:spPr>
        </c:majorGridlines>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7680"/>
        <c:crosses val="autoZero"/>
        <c:crossBetween val="between"/>
        <c:majorUnit val="10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053-449F-8EEE-DAFE02C9D55A}"/>
              </c:ext>
            </c:extLst>
          </c:dPt>
          <c:dPt>
            <c:idx val="1"/>
            <c:bubble3D val="0"/>
            <c:spPr>
              <a:solidFill>
                <a:schemeClr val="accent1"/>
              </a:solidFill>
              <a:ln w="19050">
                <a:noFill/>
              </a:ln>
              <a:effectLst/>
            </c:spPr>
            <c:extLst>
              <c:ext xmlns:c16="http://schemas.microsoft.com/office/drawing/2014/chart" uri="{C3380CC4-5D6E-409C-BE32-E72D297353CC}">
                <c16:uniqueId val="{00000003-D053-449F-8EEE-DAFE02C9D55A}"/>
              </c:ext>
            </c:extLst>
          </c:dPt>
          <c:dPt>
            <c:idx val="2"/>
            <c:bubble3D val="0"/>
            <c:spPr>
              <a:solidFill>
                <a:schemeClr val="accent1">
                  <a:lumMod val="75000"/>
                </a:schemeClr>
              </a:solidFill>
              <a:ln w="19050">
                <a:noFill/>
              </a:ln>
              <a:effectLst/>
            </c:spPr>
            <c:extLst>
              <c:ext xmlns:c16="http://schemas.microsoft.com/office/drawing/2014/chart" uri="{C3380CC4-5D6E-409C-BE32-E72D297353CC}">
                <c16:uniqueId val="{00000005-D053-449F-8EEE-DAFE02C9D55A}"/>
              </c:ext>
            </c:extLst>
          </c:dPt>
          <c:dPt>
            <c:idx val="3"/>
            <c:bubble3D val="0"/>
            <c:spPr>
              <a:solidFill>
                <a:schemeClr val="accent1"/>
              </a:solidFill>
              <a:ln w="19050">
                <a:noFill/>
              </a:ln>
              <a:effectLst/>
            </c:spPr>
            <c:extLst>
              <c:ext xmlns:c16="http://schemas.microsoft.com/office/drawing/2014/chart" uri="{C3380CC4-5D6E-409C-BE32-E72D297353CC}">
                <c16:uniqueId val="{00000007-D053-449F-8EEE-DAFE02C9D55A}"/>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D053-449F-8EEE-DAFE02C9D55A}"/>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solidFill>
              <a:schemeClr val="bg1">
                <a:lumMod val="75000"/>
              </a:schemeClr>
            </a:solidFill>
            <a:ln>
              <a:noFill/>
            </a:ln>
          </c:spPr>
          <c:dPt>
            <c:idx val="0"/>
            <c:bubble3D val="0"/>
            <c:spPr>
              <a:solidFill>
                <a:schemeClr val="accent1"/>
              </a:solidFill>
              <a:ln w="19050">
                <a:noFill/>
              </a:ln>
              <a:effectLst/>
            </c:spPr>
            <c:extLst>
              <c:ext xmlns:c16="http://schemas.microsoft.com/office/drawing/2014/chart" uri="{C3380CC4-5D6E-409C-BE32-E72D297353CC}">
                <c16:uniqueId val="{00000001-68FD-4EB0-96B7-77E7434B1C75}"/>
              </c:ext>
            </c:extLst>
          </c:dPt>
          <c:dPt>
            <c:idx val="1"/>
            <c:bubble3D val="0"/>
            <c:spPr>
              <a:solidFill>
                <a:schemeClr val="accent1"/>
              </a:solidFill>
              <a:ln w="19050">
                <a:noFill/>
              </a:ln>
              <a:effectLst/>
            </c:spPr>
            <c:extLst>
              <c:ext xmlns:c16="http://schemas.microsoft.com/office/drawing/2014/chart" uri="{C3380CC4-5D6E-409C-BE32-E72D297353CC}">
                <c16:uniqueId val="{00000003-68FD-4EB0-96B7-77E7434B1C75}"/>
              </c:ext>
            </c:extLst>
          </c:dPt>
          <c:dPt>
            <c:idx val="2"/>
            <c:bubble3D val="0"/>
            <c:spPr>
              <a:solidFill>
                <a:schemeClr val="accent1"/>
              </a:solidFill>
              <a:ln w="19050">
                <a:noFill/>
              </a:ln>
              <a:effectLst/>
            </c:spPr>
            <c:extLst>
              <c:ext xmlns:c16="http://schemas.microsoft.com/office/drawing/2014/chart" uri="{C3380CC4-5D6E-409C-BE32-E72D297353CC}">
                <c16:uniqueId val="{00000005-68FD-4EB0-96B7-77E7434B1C75}"/>
              </c:ext>
            </c:extLst>
          </c:dPt>
          <c:dPt>
            <c:idx val="3"/>
            <c:bubble3D val="0"/>
            <c:spPr>
              <a:solidFill>
                <a:schemeClr val="accent1">
                  <a:lumMod val="75000"/>
                </a:schemeClr>
              </a:solidFill>
              <a:ln w="19050">
                <a:noFill/>
              </a:ln>
              <a:effectLst/>
            </c:spPr>
            <c:extLst>
              <c:ext xmlns:c16="http://schemas.microsoft.com/office/drawing/2014/chart" uri="{C3380CC4-5D6E-409C-BE32-E72D297353CC}">
                <c16:uniqueId val="{00000007-68FD-4EB0-96B7-77E7434B1C75}"/>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68FD-4EB0-96B7-77E7434B1C75}"/>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lumMod val="75000"/>
                </a:schemeClr>
              </a:solidFill>
              <a:ln w="19050">
                <a:noFill/>
              </a:ln>
              <a:effectLst/>
            </c:spPr>
            <c:extLst>
              <c:ext xmlns:c16="http://schemas.microsoft.com/office/drawing/2014/chart" uri="{C3380CC4-5D6E-409C-BE32-E72D297353CC}">
                <c16:uniqueId val="{00000001-F8DE-4407-9084-86239413ECEC}"/>
              </c:ext>
            </c:extLst>
          </c:dPt>
          <c:dPt>
            <c:idx val="1"/>
            <c:bubble3D val="0"/>
            <c:spPr>
              <a:solidFill>
                <a:schemeClr val="accent1"/>
              </a:solidFill>
              <a:ln w="19050">
                <a:noFill/>
              </a:ln>
              <a:effectLst/>
            </c:spPr>
            <c:extLst>
              <c:ext xmlns:c16="http://schemas.microsoft.com/office/drawing/2014/chart" uri="{C3380CC4-5D6E-409C-BE32-E72D297353CC}">
                <c16:uniqueId val="{00000003-F8DE-4407-9084-86239413ECEC}"/>
              </c:ext>
            </c:extLst>
          </c:dPt>
          <c:dPt>
            <c:idx val="2"/>
            <c:bubble3D val="0"/>
            <c:spPr>
              <a:solidFill>
                <a:schemeClr val="accent1"/>
              </a:solidFill>
              <a:ln w="19050">
                <a:noFill/>
              </a:ln>
              <a:effectLst/>
            </c:spPr>
            <c:extLst>
              <c:ext xmlns:c16="http://schemas.microsoft.com/office/drawing/2014/chart" uri="{C3380CC4-5D6E-409C-BE32-E72D297353CC}">
                <c16:uniqueId val="{00000005-F8DE-4407-9084-86239413ECEC}"/>
              </c:ext>
            </c:extLst>
          </c:dPt>
          <c:dPt>
            <c:idx val="3"/>
            <c:bubble3D val="0"/>
            <c:spPr>
              <a:solidFill>
                <a:schemeClr val="accent1"/>
              </a:solidFill>
              <a:ln w="19050">
                <a:noFill/>
              </a:ln>
              <a:effectLst/>
            </c:spPr>
            <c:extLst>
              <c:ext xmlns:c16="http://schemas.microsoft.com/office/drawing/2014/chart" uri="{C3380CC4-5D6E-409C-BE32-E72D297353CC}">
                <c16:uniqueId val="{00000007-F8DE-4407-9084-86239413ECEC}"/>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F8DE-4407-9084-86239413ECEC}"/>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D2F-44F6-B0B4-AE7D2AD35A4D}"/>
              </c:ext>
            </c:extLst>
          </c:dPt>
          <c:dPt>
            <c:idx val="1"/>
            <c:bubble3D val="0"/>
            <c:spPr>
              <a:solidFill>
                <a:schemeClr val="accent1">
                  <a:lumMod val="75000"/>
                </a:schemeClr>
              </a:solidFill>
              <a:ln w="19050">
                <a:noFill/>
              </a:ln>
              <a:effectLst/>
            </c:spPr>
            <c:extLst>
              <c:ext xmlns:c16="http://schemas.microsoft.com/office/drawing/2014/chart" uri="{C3380CC4-5D6E-409C-BE32-E72D297353CC}">
                <c16:uniqueId val="{00000003-7D2F-44F6-B0B4-AE7D2AD35A4D}"/>
              </c:ext>
            </c:extLst>
          </c:dPt>
          <c:dPt>
            <c:idx val="2"/>
            <c:bubble3D val="0"/>
            <c:spPr>
              <a:solidFill>
                <a:schemeClr val="accent1"/>
              </a:solidFill>
              <a:ln w="19050">
                <a:noFill/>
              </a:ln>
              <a:effectLst/>
            </c:spPr>
            <c:extLst>
              <c:ext xmlns:c16="http://schemas.microsoft.com/office/drawing/2014/chart" uri="{C3380CC4-5D6E-409C-BE32-E72D297353CC}">
                <c16:uniqueId val="{00000005-7D2F-44F6-B0B4-AE7D2AD35A4D}"/>
              </c:ext>
            </c:extLst>
          </c:dPt>
          <c:dPt>
            <c:idx val="3"/>
            <c:bubble3D val="0"/>
            <c:spPr>
              <a:solidFill>
                <a:schemeClr val="accent1"/>
              </a:solidFill>
              <a:ln w="19050">
                <a:noFill/>
              </a:ln>
              <a:effectLst/>
            </c:spPr>
            <c:extLst>
              <c:ext xmlns:c16="http://schemas.microsoft.com/office/drawing/2014/chart" uri="{C3380CC4-5D6E-409C-BE32-E72D297353CC}">
                <c16:uniqueId val="{00000007-7D2F-44F6-B0B4-AE7D2AD35A4D}"/>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7D2F-44F6-B0B4-AE7D2AD35A4D}"/>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5/18/2026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‹N°›</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5/18/2026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‹N°›</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‹N°›</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‹N°›</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adran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B495A4C6-232E-4A1A-B575-7EF7F414FDF6}"/>
              </a:ext>
            </a:extLst>
          </p:cNvPr>
          <p:cNvSpPr>
            <a:spLocks noGrp="1"/>
          </p:cNvSpPr>
          <p:nvPr>
            <p:ph type="title" hasCustomPrompt="1"/>
          </p:nvPr>
        </p:nvSpPr>
        <p:spPr>
          <a:xfrm>
            <a:off x="838200" y="365125"/>
            <a:ext cx="10515600" cy="1325563"/>
          </a:xfrm>
        </p:spPr>
        <p:txBody>
          <a:bodyPr>
            <a:normAutofit/>
          </a:bodyPr>
          <a:lstStyle>
            <a:lvl1pPr algn="l">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2B4C6F7E-40F0-42B1-AFE0-D3C95660E0DC}"/>
              </a:ext>
            </a:extLst>
          </p:cNvPr>
          <p:cNvSpPr>
            <a:spLocks noGrp="1"/>
          </p:cNvSpPr>
          <p:nvPr>
            <p:ph type="body" sz="quarter" idx="15" hasCustomPrompt="1"/>
          </p:nvPr>
        </p:nvSpPr>
        <p:spPr>
          <a:xfrm>
            <a:off x="5242517" y="1599947"/>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42EE46E3-709F-4AE9-AECE-FD647B6DCFDE}"/>
              </a:ext>
            </a:extLst>
          </p:cNvPr>
          <p:cNvSpPr>
            <a:spLocks noGrp="1"/>
          </p:cNvSpPr>
          <p:nvPr>
            <p:ph type="body" sz="quarter" idx="20" hasCustomPrompt="1"/>
          </p:nvPr>
        </p:nvSpPr>
        <p:spPr>
          <a:xfrm>
            <a:off x="3738732" y="2378452"/>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26" name="Text Placeholder 14">
            <a:extLst>
              <a:ext uri="{FF2B5EF4-FFF2-40B4-BE49-F238E27FC236}">
                <a16:creationId xmlns:a16="http://schemas.microsoft.com/office/drawing/2014/main" id="{3194FB4F-01AC-4A0E-BBE2-CF2B69F6FAC0}"/>
              </a:ext>
            </a:extLst>
          </p:cNvPr>
          <p:cNvSpPr>
            <a:spLocks noGrp="1"/>
          </p:cNvSpPr>
          <p:nvPr>
            <p:ph type="body" sz="quarter" idx="26" hasCustomPrompt="1"/>
          </p:nvPr>
        </p:nvSpPr>
        <p:spPr>
          <a:xfrm>
            <a:off x="7522269" y="2169263"/>
            <a:ext cx="1706965" cy="1048575"/>
          </a:xfrm>
          <a:prstGeom prst="rect">
            <a:avLst/>
          </a:prstGeom>
        </p:spPr>
        <p:txBody>
          <a:bodyPr anchor="ctr">
            <a:noAutofit/>
          </a:bodyPr>
          <a:lstStyle>
            <a:lvl1pPr marL="0" indent="0" algn="ctr">
              <a:lnSpc>
                <a:spcPct val="100000"/>
              </a:lnSpc>
              <a:buNone/>
              <a:defRPr sz="1400" b="1" cap="all" spc="0" baseline="0">
                <a:solidFill>
                  <a:schemeClr val="tx1">
                    <a:lumMod val="75000"/>
                    <a:lumOff val="25000"/>
                  </a:schemeClr>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8E76F955-6B23-4972-8E86-603F19ECF6C5}"/>
              </a:ext>
            </a:extLst>
          </p:cNvPr>
          <p:cNvSpPr>
            <a:spLocks noGrp="1"/>
          </p:cNvSpPr>
          <p:nvPr>
            <p:ph type="body" sz="quarter" idx="25" hasCustomPrompt="1"/>
          </p:nvPr>
        </p:nvSpPr>
        <p:spPr>
          <a:xfrm>
            <a:off x="921894" y="3528829"/>
            <a:ext cx="1393863"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DDA77547-4FF4-4B15-96F1-DC9B00175B43}"/>
              </a:ext>
            </a:extLst>
          </p:cNvPr>
          <p:cNvSpPr>
            <a:spLocks noGrp="1"/>
          </p:cNvSpPr>
          <p:nvPr>
            <p:ph type="body" sz="quarter" idx="19" hasCustomPrompt="1"/>
          </p:nvPr>
        </p:nvSpPr>
        <p:spPr>
          <a:xfrm>
            <a:off x="9940449" y="3528829"/>
            <a:ext cx="1380681"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6E6B6915-DFCC-44EB-9C61-6B7725D1B794}"/>
              </a:ext>
            </a:extLst>
          </p:cNvPr>
          <p:cNvSpPr>
            <a:spLocks noGrp="1"/>
          </p:cNvSpPr>
          <p:nvPr>
            <p:ph type="body" sz="quarter" idx="22" hasCustomPrompt="1"/>
          </p:nvPr>
        </p:nvSpPr>
        <p:spPr>
          <a:xfrm>
            <a:off x="2637747" y="4634331"/>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9" name="Text Placeholder 14">
            <a:extLst>
              <a:ext uri="{FF2B5EF4-FFF2-40B4-BE49-F238E27FC236}">
                <a16:creationId xmlns:a16="http://schemas.microsoft.com/office/drawing/2014/main" id="{6718CC56-7B04-41D0-A320-CCCDC20D7615}"/>
              </a:ext>
            </a:extLst>
          </p:cNvPr>
          <p:cNvSpPr>
            <a:spLocks noGrp="1"/>
          </p:cNvSpPr>
          <p:nvPr>
            <p:ph type="body" sz="quarter" idx="21" hasCustomPrompt="1"/>
          </p:nvPr>
        </p:nvSpPr>
        <p:spPr>
          <a:xfrm>
            <a:off x="4175224" y="4459860"/>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21" name="Text Placeholder 14">
            <a:extLst>
              <a:ext uri="{FF2B5EF4-FFF2-40B4-BE49-F238E27FC236}">
                <a16:creationId xmlns:a16="http://schemas.microsoft.com/office/drawing/2014/main" id="{778E1C09-B7DB-4CE7-A5B9-90BCF54448B8}"/>
              </a:ext>
            </a:extLst>
          </p:cNvPr>
          <p:cNvSpPr>
            <a:spLocks noGrp="1"/>
          </p:cNvSpPr>
          <p:nvPr>
            <p:ph type="body" sz="quarter" idx="23" hasCustomPrompt="1"/>
          </p:nvPr>
        </p:nvSpPr>
        <p:spPr>
          <a:xfrm>
            <a:off x="6552714" y="4321788"/>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6" name="Text Placeholder 14">
            <a:extLst>
              <a:ext uri="{FF2B5EF4-FFF2-40B4-BE49-F238E27FC236}">
                <a16:creationId xmlns:a16="http://schemas.microsoft.com/office/drawing/2014/main" id="{7CFA026C-42CE-4C20-9DDE-417FDF6CB43D}"/>
              </a:ext>
            </a:extLst>
          </p:cNvPr>
          <p:cNvSpPr>
            <a:spLocks noGrp="1"/>
          </p:cNvSpPr>
          <p:nvPr>
            <p:ph type="body" sz="quarter" idx="17" hasCustomPrompt="1"/>
          </p:nvPr>
        </p:nvSpPr>
        <p:spPr>
          <a:xfrm>
            <a:off x="5242517" y="5468790"/>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2" name="Text Placeholder 14">
            <a:extLst>
              <a:ext uri="{FF2B5EF4-FFF2-40B4-BE49-F238E27FC236}">
                <a16:creationId xmlns:a16="http://schemas.microsoft.com/office/drawing/2014/main" id="{0AFAA95F-1461-496C-BAB4-D5D0594554FF}"/>
              </a:ext>
            </a:extLst>
          </p:cNvPr>
          <p:cNvSpPr>
            <a:spLocks noGrp="1"/>
          </p:cNvSpPr>
          <p:nvPr>
            <p:ph type="body" sz="quarter" idx="24" hasCustomPrompt="1"/>
          </p:nvPr>
        </p:nvSpPr>
        <p:spPr>
          <a:xfrm>
            <a:off x="7801857" y="5195673"/>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cxnSp>
        <p:nvCxnSpPr>
          <p:cNvPr id="24" name="Straight Connector 23">
            <a:extLst>
              <a:ext uri="{FF2B5EF4-FFF2-40B4-BE49-F238E27FC236}">
                <a16:creationId xmlns:a16="http://schemas.microsoft.com/office/drawing/2014/main" id="{DD194B4E-75F4-47BE-B171-9C64697AB920}"/>
              </a:ext>
              <a:ext uri="{C183D7F6-B498-43B3-948B-1728B52AA6E4}">
                <adec:decorative xmlns:adec="http://schemas.microsoft.com/office/drawing/2017/decorative" val="1"/>
              </a:ext>
            </a:extLst>
          </p:cNvPr>
          <p:cNvCxnSpPr>
            <a:cxnSpLocks/>
            <a:endCxn id="17" idx="1"/>
          </p:cNvCxnSpPr>
          <p:nvPr userDrawn="1"/>
        </p:nvCxnSpPr>
        <p:spPr>
          <a:xfrm>
            <a:off x="2315757" y="3774842"/>
            <a:ext cx="7624692" cy="0"/>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FDA35F-76DF-4FDC-90C9-F9FEDF32270C}"/>
              </a:ext>
              <a:ext uri="{C183D7F6-B498-43B3-948B-1728B52AA6E4}">
                <adec:decorative xmlns:adec="http://schemas.microsoft.com/office/drawing/2017/decorative" val="1"/>
              </a:ext>
            </a:extLst>
          </p:cNvPr>
          <p:cNvCxnSpPr>
            <a:cxnSpLocks/>
          </p:cNvCxnSpPr>
          <p:nvPr userDrawn="1"/>
        </p:nvCxnSpPr>
        <p:spPr>
          <a:xfrm flipV="1">
            <a:off x="6096000" y="2091972"/>
            <a:ext cx="4678" cy="3376818"/>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Date Placeholder 2">
            <a:extLst>
              <a:ext uri="{FF2B5EF4-FFF2-40B4-BE49-F238E27FC236}">
                <a16:creationId xmlns:a16="http://schemas.microsoft.com/office/drawing/2014/main" id="{B8C04945-62C9-4964-8891-6D30EA90D21A}"/>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32" name="Footer Placeholder 3">
            <a:extLst>
              <a:ext uri="{FF2B5EF4-FFF2-40B4-BE49-F238E27FC236}">
                <a16:creationId xmlns:a16="http://schemas.microsoft.com/office/drawing/2014/main" id="{51029B8B-F669-4889-98DD-901661178D55}"/>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33" name="Slide Number Placeholder 4">
            <a:extLst>
              <a:ext uri="{FF2B5EF4-FFF2-40B4-BE49-F238E27FC236}">
                <a16:creationId xmlns:a16="http://schemas.microsoft.com/office/drawing/2014/main" id="{7A0B84D6-438D-4B3B-B52C-6F5EC159BC73}"/>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4026250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2290034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‹N°›</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‹N°›</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685" r:id="rId12"/>
    <p:sldLayoutId id="2147483700" r:id="rId13"/>
    <p:sldLayoutId id="2147483701" r:id="rId14"/>
    <p:sldLayoutId id="2147483692" r:id="rId15"/>
    <p:sldLayoutId id="2147483681" r:id="rId16"/>
    <p:sldLayoutId id="2147483674" r:id="rId17"/>
    <p:sldLayoutId id="2147483675" r:id="rId18"/>
    <p:sldLayoutId id="2147483696" r:id="rId19"/>
    <p:sldLayoutId id="2147483677" r:id="rId20"/>
    <p:sldLayoutId id="2147483678"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7.xml"/><Relationship Id="rId5" Type="http://schemas.openxmlformats.org/officeDocument/2006/relationships/image" Target="../media/image18.jpeg"/><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0.jpg"/><Relationship Id="rId7" Type="http://schemas.openxmlformats.org/officeDocument/2006/relationships/image" Target="../media/image24.jpg"/><Relationship Id="rId2" Type="http://schemas.openxmlformats.org/officeDocument/2006/relationships/image" Target="../media/image19.jpg"/><Relationship Id="rId1" Type="http://schemas.openxmlformats.org/officeDocument/2006/relationships/slideLayout" Target="../slideLayouts/slideLayout18.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 Id="rId9" Type="http://schemas.openxmlformats.org/officeDocument/2006/relationships/image" Target="../media/image26.jpg"/></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9.xml"/><Relationship Id="rId5" Type="http://schemas.openxmlformats.org/officeDocument/2006/relationships/chart" Target="../charts/chart5.xml"/><Relationship Id="rId4" Type="http://schemas.openxmlformats.org/officeDocument/2006/relationships/chart" Target="../charts/char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title"/>
          </p:nvPr>
        </p:nvSpPr>
        <p:spPr>
          <a:xfrm>
            <a:off x="507577" y="1950243"/>
            <a:ext cx="10515600" cy="1325563"/>
          </a:xfrm>
        </p:spPr>
        <p:txBody>
          <a:bodyPr/>
          <a:lstStyle/>
          <a:p>
            <a:pPr algn="ctr"/>
            <a:r>
              <a:rPr lang="fr-FR" b="1" dirty="0">
                <a:solidFill>
                  <a:srgbClr val="0070C0"/>
                </a:solidFill>
              </a:rPr>
              <a:t>FACULTÉ DES SCIENCES ET DES TECHNOLOGIES </a:t>
            </a:r>
            <a:br>
              <a:rPr lang="fr-FR" b="1" dirty="0">
                <a:solidFill>
                  <a:srgbClr val="0070C0"/>
                </a:solidFill>
              </a:rPr>
            </a:br>
            <a:r>
              <a:rPr lang="fr-FR" b="1" dirty="0">
                <a:solidFill>
                  <a:srgbClr val="0070C0"/>
                </a:solidFill>
              </a:rPr>
              <a:t>(FST)</a:t>
            </a:r>
            <a:endParaRPr lang="en-US" b="1" dirty="0">
              <a:solidFill>
                <a:srgbClr val="0070C0"/>
              </a:solidFill>
            </a:endParaRPr>
          </a:p>
        </p:txBody>
      </p:sp>
      <p:sp>
        <p:nvSpPr>
          <p:cNvPr id="12" name="Chart Placeholder 11">
            <a:extLst>
              <a:ext uri="{FF2B5EF4-FFF2-40B4-BE49-F238E27FC236}">
                <a16:creationId xmlns:a16="http://schemas.microsoft.com/office/drawing/2014/main" id="{0FFB001D-0AF5-6548-FE89-8533FC46C9CD}"/>
              </a:ext>
            </a:extLst>
          </p:cNvPr>
          <p:cNvSpPr>
            <a:spLocks noGrp="1"/>
          </p:cNvSpPr>
          <p:nvPr>
            <p:ph type="chart" sz="quarter" idx="13"/>
          </p:nvPr>
        </p:nvSpPr>
        <p:spPr>
          <a:xfrm>
            <a:off x="4495110" y="3974602"/>
            <a:ext cx="6312310" cy="999162"/>
          </a:xfrm>
        </p:spPr>
        <p:txBody>
          <a:bodyPr>
            <a:normAutofit fontScale="47500" lnSpcReduction="20000"/>
          </a:bodyPr>
          <a:lstStyle/>
          <a:p>
            <a:pPr marL="0" indent="0" algn="ctr">
              <a:buNone/>
            </a:pPr>
            <a:r>
              <a:rPr lang="fr-FR" sz="5800" b="1" dirty="0">
                <a:solidFill>
                  <a:schemeClr val="tx1"/>
                </a:solidFill>
              </a:rPr>
              <a:t>Durcissement d’un serveur </a:t>
            </a:r>
            <a:r>
              <a:rPr lang="fr-FR" sz="5800" b="1" dirty="0" err="1">
                <a:solidFill>
                  <a:schemeClr val="tx1"/>
                </a:solidFill>
              </a:rPr>
              <a:t>openSSH</a:t>
            </a:r>
            <a:endParaRPr lang="en-US" sz="5800" b="1" dirty="0">
              <a:solidFill>
                <a:schemeClr val="tx1"/>
              </a:solidFill>
            </a:endParaRPr>
          </a:p>
          <a:p>
            <a:pPr marL="0" indent="0" algn="ctr">
              <a:buNone/>
            </a:pPr>
            <a:r>
              <a:rPr lang="en-US" b="1" dirty="0">
                <a:solidFill>
                  <a:schemeClr val="tx1"/>
                </a:solidFill>
              </a:rPr>
              <a:t>			</a:t>
            </a:r>
          </a:p>
        </p:txBody>
      </p:sp>
      <p:sp>
        <p:nvSpPr>
          <p:cNvPr id="13" name="Text Placeholder 12">
            <a:extLst>
              <a:ext uri="{FF2B5EF4-FFF2-40B4-BE49-F238E27FC236}">
                <a16:creationId xmlns:a16="http://schemas.microsoft.com/office/drawing/2014/main" id="{AD07F4D5-6A67-D4BA-BABF-3A0266120432}"/>
              </a:ext>
            </a:extLst>
          </p:cNvPr>
          <p:cNvSpPr>
            <a:spLocks noGrp="1"/>
          </p:cNvSpPr>
          <p:nvPr>
            <p:ph type="body" sz="quarter" idx="14"/>
          </p:nvPr>
        </p:nvSpPr>
        <p:spPr>
          <a:xfrm>
            <a:off x="951216" y="3275806"/>
            <a:ext cx="3147332" cy="306388"/>
          </a:xfrm>
        </p:spPr>
        <p:txBody>
          <a:bodyPr/>
          <a:lstStyle/>
          <a:p>
            <a:r>
              <a:rPr lang="en-US" sz="1600" b="1" dirty="0" err="1">
                <a:solidFill>
                  <a:schemeClr val="tx1"/>
                </a:solidFill>
              </a:rPr>
              <a:t>PrÉparÉ</a:t>
            </a:r>
            <a:r>
              <a:rPr lang="en-US" sz="1600" b="1" dirty="0">
                <a:solidFill>
                  <a:schemeClr val="tx1"/>
                </a:solidFill>
              </a:rPr>
              <a:t> par:</a:t>
            </a:r>
          </a:p>
        </p:txBody>
      </p:sp>
      <p:sp>
        <p:nvSpPr>
          <p:cNvPr id="3" name="Subtitle 2">
            <a:extLst>
              <a:ext uri="{FF2B5EF4-FFF2-40B4-BE49-F238E27FC236}">
                <a16:creationId xmlns:a16="http://schemas.microsoft.com/office/drawing/2014/main" id="{1901B20D-4C28-4DA3-ABBD-718C22A5E58B}"/>
              </a:ext>
            </a:extLst>
          </p:cNvPr>
          <p:cNvSpPr>
            <a:spLocks noGrp="1"/>
          </p:cNvSpPr>
          <p:nvPr>
            <p:ph sz="quarter" idx="15"/>
          </p:nvPr>
        </p:nvSpPr>
        <p:spPr>
          <a:xfrm>
            <a:off x="1070937" y="3611240"/>
            <a:ext cx="2907890" cy="1284676"/>
          </a:xfrm>
        </p:spPr>
        <p:txBody>
          <a:bodyPr>
            <a:normAutofit/>
          </a:bodyPr>
          <a:lstStyle/>
          <a:p>
            <a:r>
              <a:rPr lang="en-US" sz="1800" dirty="0">
                <a:solidFill>
                  <a:schemeClr val="tx1"/>
                </a:solidFill>
              </a:rPr>
              <a:t>Christy </a:t>
            </a:r>
            <a:r>
              <a:rPr lang="en-US" sz="1800" dirty="0" err="1">
                <a:solidFill>
                  <a:schemeClr val="tx1"/>
                </a:solidFill>
              </a:rPr>
              <a:t>Gérys</a:t>
            </a:r>
            <a:r>
              <a:rPr lang="en-US" sz="1800" dirty="0">
                <a:solidFill>
                  <a:schemeClr val="tx1"/>
                </a:solidFill>
              </a:rPr>
              <a:t> LAMBERT</a:t>
            </a:r>
          </a:p>
          <a:p>
            <a:r>
              <a:rPr lang="en-US" sz="1800" dirty="0">
                <a:solidFill>
                  <a:schemeClr val="tx1"/>
                </a:solidFill>
              </a:rPr>
              <a:t>Lens Sandro PÉTIOTE</a:t>
            </a:r>
          </a:p>
          <a:p>
            <a:r>
              <a:rPr lang="en-US" sz="1800" dirty="0" err="1">
                <a:solidFill>
                  <a:schemeClr val="tx1"/>
                </a:solidFill>
              </a:rPr>
              <a:t>Donsam</a:t>
            </a:r>
            <a:r>
              <a:rPr lang="en-US" sz="1800" dirty="0">
                <a:solidFill>
                  <a:schemeClr val="tx1"/>
                </a:solidFill>
              </a:rPr>
              <a:t> Jean Gabard NOEL</a:t>
            </a:r>
          </a:p>
        </p:txBody>
      </p:sp>
      <p:sp>
        <p:nvSpPr>
          <p:cNvPr id="15" name="Text Placeholder 13">
            <a:extLst>
              <a:ext uri="{FF2B5EF4-FFF2-40B4-BE49-F238E27FC236}">
                <a16:creationId xmlns:a16="http://schemas.microsoft.com/office/drawing/2014/main" id="{D1FBDF1B-DC85-6226-60A8-07070544AF1F}"/>
              </a:ext>
            </a:extLst>
          </p:cNvPr>
          <p:cNvSpPr>
            <a:spLocks noGrp="1"/>
          </p:cNvSpPr>
          <p:nvPr>
            <p:ph type="body" sz="quarter" idx="16"/>
          </p:nvPr>
        </p:nvSpPr>
        <p:spPr>
          <a:xfrm>
            <a:off x="9156594" y="5700943"/>
            <a:ext cx="2359742" cy="747251"/>
          </a:xfrm>
        </p:spPr>
        <p:txBody>
          <a:bodyPr/>
          <a:lstStyle/>
          <a:p>
            <a:pPr algn="r"/>
            <a:r>
              <a:rPr lang="en-US" dirty="0"/>
              <a:t>Jacmel, 17/05/2026</a:t>
            </a:r>
          </a:p>
        </p:txBody>
      </p:sp>
      <p:pic>
        <p:nvPicPr>
          <p:cNvPr id="5" name="Image 4">
            <a:extLst>
              <a:ext uri="{FF2B5EF4-FFF2-40B4-BE49-F238E27FC236}">
                <a16:creationId xmlns:a16="http://schemas.microsoft.com/office/drawing/2014/main" id="{E8FBC112-7DAC-751D-344A-F46E7626BB02}"/>
              </a:ext>
            </a:extLst>
          </p:cNvPr>
          <p:cNvPicPr>
            <a:picLocks noChangeAspect="1"/>
          </p:cNvPicPr>
          <p:nvPr/>
        </p:nvPicPr>
        <p:blipFill>
          <a:blip r:embed="rId2"/>
          <a:stretch>
            <a:fillRect/>
          </a:stretch>
        </p:blipFill>
        <p:spPr>
          <a:xfrm>
            <a:off x="3154166" y="75001"/>
            <a:ext cx="5775200" cy="2041084"/>
          </a:xfrm>
          <a:prstGeom prst="rect">
            <a:avLst/>
          </a:prstGeom>
        </p:spPr>
      </p:pic>
      <p:cxnSp>
        <p:nvCxnSpPr>
          <p:cNvPr id="7" name="Connecteur droit 6">
            <a:extLst>
              <a:ext uri="{FF2B5EF4-FFF2-40B4-BE49-F238E27FC236}">
                <a16:creationId xmlns:a16="http://schemas.microsoft.com/office/drawing/2014/main" id="{6D456DAD-11A0-498C-1E50-56F7C6C86B9B}"/>
              </a:ext>
            </a:extLst>
          </p:cNvPr>
          <p:cNvCxnSpPr>
            <a:cxnSpLocks/>
          </p:cNvCxnSpPr>
          <p:nvPr/>
        </p:nvCxnSpPr>
        <p:spPr>
          <a:xfrm>
            <a:off x="4098548" y="3429000"/>
            <a:ext cx="0" cy="24582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 Placeholder 12">
            <a:extLst>
              <a:ext uri="{FF2B5EF4-FFF2-40B4-BE49-F238E27FC236}">
                <a16:creationId xmlns:a16="http://schemas.microsoft.com/office/drawing/2014/main" id="{B7C647CF-A0CF-5713-63E0-CC0FAACE2904}"/>
              </a:ext>
            </a:extLst>
          </p:cNvPr>
          <p:cNvSpPr txBox="1">
            <a:spLocks/>
          </p:cNvSpPr>
          <p:nvPr/>
        </p:nvSpPr>
        <p:spPr>
          <a:xfrm>
            <a:off x="951216" y="4973764"/>
            <a:ext cx="3147332" cy="30638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cap="all" spc="150" baseline="0">
                <a:solidFill>
                  <a:schemeClr val="tx1">
                    <a:lumMod val="75000"/>
                    <a:lumOff val="2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solidFill>
                  <a:schemeClr val="tx1"/>
                </a:solidFill>
                <a:latin typeface="+mn-lt"/>
              </a:rPr>
              <a:t>Sous la direction de :</a:t>
            </a:r>
          </a:p>
        </p:txBody>
      </p:sp>
      <p:sp>
        <p:nvSpPr>
          <p:cNvPr id="10" name="Subtitle 2">
            <a:extLst>
              <a:ext uri="{FF2B5EF4-FFF2-40B4-BE49-F238E27FC236}">
                <a16:creationId xmlns:a16="http://schemas.microsoft.com/office/drawing/2014/main" id="{A595B5F1-12A0-E028-0C7D-C4D5D738FE1E}"/>
              </a:ext>
            </a:extLst>
          </p:cNvPr>
          <p:cNvSpPr txBox="1">
            <a:spLocks/>
          </p:cNvSpPr>
          <p:nvPr/>
        </p:nvSpPr>
        <p:spPr>
          <a:xfrm>
            <a:off x="1070937" y="5280152"/>
            <a:ext cx="2907890" cy="306388"/>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lumMod val="65000"/>
                    <a:lumOff val="3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100" kern="1200">
                <a:solidFill>
                  <a:schemeClr val="tx1">
                    <a:lumMod val="65000"/>
                    <a:lumOff val="3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50" kern="1200">
                <a:solidFill>
                  <a:schemeClr val="tx1">
                    <a:lumMod val="65000"/>
                    <a:lumOff val="3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65000"/>
                    <a:lumOff val="3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err="1">
                <a:solidFill>
                  <a:schemeClr val="tx1"/>
                </a:solidFill>
              </a:rPr>
              <a:t>M.Ismael</a:t>
            </a:r>
            <a:r>
              <a:rPr lang="en-US" sz="1800" dirty="0">
                <a:solidFill>
                  <a:schemeClr val="tx1"/>
                </a:solidFill>
              </a:rPr>
              <a:t> SAINT-Amour</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6EE85-ADCB-97E1-3C6D-772EB5B4DE30}"/>
            </a:ext>
          </a:extLst>
        </p:cNvPr>
        <p:cNvGrpSpPr/>
        <p:nvPr/>
      </p:nvGrpSpPr>
      <p:grpSpPr>
        <a:xfrm>
          <a:off x="0" y="0"/>
          <a:ext cx="0" cy="0"/>
          <a:chOff x="0" y="0"/>
          <a:chExt cx="0" cy="0"/>
        </a:xfrm>
      </p:grpSpPr>
      <p:sp>
        <p:nvSpPr>
          <p:cNvPr id="33" name="ZoneTexte 32">
            <a:extLst>
              <a:ext uri="{FF2B5EF4-FFF2-40B4-BE49-F238E27FC236}">
                <a16:creationId xmlns:a16="http://schemas.microsoft.com/office/drawing/2014/main" id="{F57B91D7-ABE2-EBF2-7A3D-318436BED42F}"/>
              </a:ext>
            </a:extLst>
          </p:cNvPr>
          <p:cNvSpPr txBox="1"/>
          <p:nvPr/>
        </p:nvSpPr>
        <p:spPr>
          <a:xfrm>
            <a:off x="1867328" y="411233"/>
            <a:ext cx="3588250" cy="369332"/>
          </a:xfrm>
          <a:prstGeom prst="rect">
            <a:avLst/>
          </a:prstGeom>
          <a:noFill/>
        </p:spPr>
        <p:txBody>
          <a:bodyPr wrap="square">
            <a:spAutoFit/>
          </a:bodyPr>
          <a:lstStyle/>
          <a:p>
            <a:pPr marL="0" marR="0">
              <a:spcBef>
                <a:spcPts val="1800"/>
              </a:spcBef>
              <a:spcAft>
                <a:spcPts val="1000"/>
              </a:spcAft>
              <a:buNone/>
            </a:pPr>
            <a:r>
              <a:rPr lang="fr-HT" sz="1800" b="1" kern="0" dirty="0">
                <a:solidFill>
                  <a:srgbClr val="1F3864"/>
                </a:solidFill>
                <a:effectLst/>
                <a:latin typeface="Arial" panose="020B0604020202020204" pitchFamily="34" charset="0"/>
              </a:rPr>
              <a:t>LISTE DES ABRÉVIATIONS</a:t>
            </a:r>
            <a:endParaRPr lang="en-US" sz="1800" b="1" kern="0" dirty="0">
              <a:solidFill>
                <a:srgbClr val="1F3864"/>
              </a:solidFill>
              <a:effectLst/>
              <a:latin typeface="Arial" panose="020B0604020202020204" pitchFamily="34" charset="0"/>
            </a:endParaRPr>
          </a:p>
        </p:txBody>
      </p:sp>
    </p:spTree>
    <p:extLst>
      <p:ext uri="{BB962C8B-B14F-4D97-AF65-F5344CB8AC3E}">
        <p14:creationId xmlns:p14="http://schemas.microsoft.com/office/powerpoint/2010/main" val="1411565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2761606" y="0"/>
            <a:ext cx="4108296" cy="716340"/>
          </a:xfrm>
        </p:spPr>
        <p:txBody>
          <a:bodyPr/>
          <a:lstStyle/>
          <a:p>
            <a:r>
              <a:rPr lang="en-US" b="1" dirty="0">
                <a:solidFill>
                  <a:srgbClr val="0070C0"/>
                </a:solidFill>
              </a:rPr>
              <a:t>introduction</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595901" y="811658"/>
            <a:ext cx="7335748" cy="5702158"/>
          </a:xfrm>
        </p:spPr>
        <p:txBody>
          <a:bodyPr>
            <a:normAutofit fontScale="85000" lnSpcReduction="10000"/>
          </a:bodyPr>
          <a:lstStyle/>
          <a:p>
            <a:pPr algn="just"/>
            <a:r>
              <a:rPr lang="fr-HT" sz="1900" dirty="0"/>
              <a:t>	La sécurisation des accès distants constitue l'une des priorités fondamentales de l'administration système moderne. SSH (Secure Shell) est le protocole de référence pour la gestion à distance des serveurs Linux, mais sa configuration par défaut n'offre pas un niveau de sécurité optimal face aux menaces actuelles telles que les attaques par force brute, les tentatives d'intrusion automatisées ou l'exploitation de comptes privilégiés.</a:t>
            </a:r>
            <a:endParaRPr lang="en-US" sz="1900" dirty="0"/>
          </a:p>
          <a:p>
            <a:pPr algn="just"/>
            <a:r>
              <a:rPr lang="fr-HT" sz="1900" dirty="0"/>
              <a:t> </a:t>
            </a:r>
            <a:endParaRPr lang="en-US" sz="1900" dirty="0"/>
          </a:p>
          <a:p>
            <a:pPr algn="just"/>
            <a:r>
              <a:rPr lang="fr-HT" sz="1900" dirty="0"/>
              <a:t>Dans le cadre de ce projet, réalisé en équipe de trois personnes, nous avons mis en place un environnement de laboratoire sur VirtualBox afin d'expérimenter concrètement le durcissement (</a:t>
            </a:r>
            <a:r>
              <a:rPr lang="fr-HT" sz="1900" dirty="0" err="1"/>
              <a:t>hardening</a:t>
            </a:r>
            <a:r>
              <a:rPr lang="fr-HT" sz="1900" dirty="0"/>
              <a:t>) d'un serveur </a:t>
            </a:r>
            <a:r>
              <a:rPr lang="fr-HT" sz="1900" dirty="0" err="1"/>
              <a:t>OpenSSH</a:t>
            </a:r>
            <a:r>
              <a:rPr lang="fr-HT" sz="1900" dirty="0"/>
              <a:t>. </a:t>
            </a:r>
            <a:endParaRPr lang="en-US" sz="1900" dirty="0"/>
          </a:p>
          <a:p>
            <a:pPr algn="just"/>
            <a:r>
              <a:rPr lang="fr-HT" sz="1900" dirty="0"/>
              <a:t> </a:t>
            </a:r>
            <a:endParaRPr lang="en-US" sz="1900" dirty="0"/>
          </a:p>
          <a:p>
            <a:pPr algn="just"/>
            <a:r>
              <a:rPr lang="fr-HT" sz="1900" dirty="0"/>
              <a:t>Ce rapport documente l'ensemble des étapes réalisées : l'authentification par clé cryptographique, la désactivation du compte root, le changement du port SSH, l'installation de Fail2ban, et la limitation des utilisateurs autorisés. Pour chaque étape, nous présentons la configuration appliquée ainsi que les résultats des tests de connexion effectués.</a:t>
            </a:r>
            <a:endParaRPr lang="en-US" sz="1900" dirty="0"/>
          </a:p>
          <a:p>
            <a:pPr algn="just"/>
            <a:endParaRPr lang="en-US" dirty="0"/>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3</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ZoneTexte 29">
            <a:extLst>
              <a:ext uri="{FF2B5EF4-FFF2-40B4-BE49-F238E27FC236}">
                <a16:creationId xmlns:a16="http://schemas.microsoft.com/office/drawing/2014/main" id="{C053E23A-AAF6-630D-D1C2-EA031E5F6439}"/>
              </a:ext>
            </a:extLst>
          </p:cNvPr>
          <p:cNvSpPr txBox="1"/>
          <p:nvPr/>
        </p:nvSpPr>
        <p:spPr>
          <a:xfrm>
            <a:off x="1082213" y="1034839"/>
            <a:ext cx="10291279" cy="4950073"/>
          </a:xfrm>
          <a:prstGeom prst="rect">
            <a:avLst/>
          </a:prstGeom>
          <a:noFill/>
        </p:spPr>
        <p:txBody>
          <a:bodyPr wrap="square">
            <a:spAutoFit/>
          </a:bodyPr>
          <a:lstStyle/>
          <a:p>
            <a:pPr marL="0" marR="0">
              <a:spcBef>
                <a:spcPts val="300"/>
              </a:spcBef>
              <a:spcAft>
                <a:spcPts val="300"/>
              </a:spcAft>
              <a:buNone/>
            </a:pPr>
            <a:r>
              <a:rPr lang="fr-HT" sz="1800" dirty="0">
                <a:effectLst/>
                <a:latin typeface="Arial" panose="020B0604020202020204" pitchFamily="34" charset="0"/>
                <a:ea typeface="Arial" panose="020B0604020202020204" pitchFamily="34" charset="0"/>
              </a:rPr>
              <a:t> </a:t>
            </a:r>
            <a:r>
              <a:rPr lang="fr-HT" sz="2400" b="1" dirty="0">
                <a:solidFill>
                  <a:srgbClr val="2E75B6"/>
                </a:solidFill>
                <a:effectLst/>
                <a:latin typeface="Arial" panose="020B0604020202020204" pitchFamily="34" charset="0"/>
              </a:rPr>
              <a:t>Objectif général</a:t>
            </a:r>
            <a:endParaRPr lang="en-US" sz="2400" b="1" dirty="0">
              <a:solidFill>
                <a:srgbClr val="2E75B6"/>
              </a:solidFill>
              <a:effectLst/>
              <a:latin typeface="Arial" panose="020B0604020202020204" pitchFamily="34" charset="0"/>
            </a:endParaRPr>
          </a:p>
          <a:p>
            <a:pPr marL="0" marR="0" algn="just">
              <a:spcBef>
                <a:spcPts val="500"/>
              </a:spcBef>
              <a:spcAft>
                <a:spcPts val="500"/>
              </a:spcAft>
              <a:buNone/>
            </a:pPr>
            <a:r>
              <a:rPr lang="fr-HT" sz="1800" dirty="0">
                <a:effectLst/>
                <a:latin typeface="Arial" panose="020B0604020202020204" pitchFamily="34" charset="0"/>
                <a:ea typeface="Arial" panose="020B0604020202020204" pitchFamily="34" charset="0"/>
              </a:rPr>
              <a:t>L'objectif principal de ce projet est de renforcer la sécurité d'un serveur </a:t>
            </a:r>
            <a:r>
              <a:rPr lang="fr-HT" sz="1800" dirty="0" err="1">
                <a:effectLst/>
                <a:latin typeface="Arial" panose="020B0604020202020204" pitchFamily="34" charset="0"/>
                <a:ea typeface="Arial" panose="020B0604020202020204" pitchFamily="34" charset="0"/>
              </a:rPr>
              <a:t>OpenSSH</a:t>
            </a:r>
            <a:r>
              <a:rPr lang="fr-HT" sz="1800" dirty="0">
                <a:effectLst/>
                <a:latin typeface="Arial" panose="020B0604020202020204" pitchFamily="34" charset="0"/>
                <a:ea typeface="Arial" panose="020B0604020202020204" pitchFamily="34" charset="0"/>
              </a:rPr>
              <a:t> en appliquant les meilleures pratiques d'administration système, en simulant un environnement réel sur VirtualBox</a:t>
            </a:r>
            <a:r>
              <a:rPr lang="fr-HT" dirty="0">
                <a:latin typeface="Arial" panose="020B0604020202020204" pitchFamily="34" charset="0"/>
                <a:ea typeface="Arial" panose="020B0604020202020204" pitchFamily="34" charset="0"/>
              </a:rPr>
              <a:t>.</a:t>
            </a:r>
            <a:endParaRPr lang="en-US" sz="1800" dirty="0">
              <a:effectLst/>
              <a:latin typeface="Arial" panose="020B0604020202020204" pitchFamily="34" charset="0"/>
              <a:ea typeface="Arial" panose="020B0604020202020204" pitchFamily="34" charset="0"/>
            </a:endParaRPr>
          </a:p>
          <a:p>
            <a:pPr marL="0" marR="0">
              <a:spcBef>
                <a:spcPts val="100"/>
              </a:spcBef>
              <a:spcAft>
                <a:spcPts val="100"/>
              </a:spcAft>
              <a:buNone/>
            </a:pPr>
            <a:r>
              <a:rPr lang="fr-HT" sz="1800" dirty="0">
                <a:effectLst/>
                <a:latin typeface="Arial" panose="020B0604020202020204" pitchFamily="34" charset="0"/>
                <a:ea typeface="Arial" panose="020B0604020202020204" pitchFamily="34" charset="0"/>
              </a:rPr>
              <a:t> </a:t>
            </a:r>
            <a:endParaRPr lang="en-US" sz="1800" dirty="0">
              <a:effectLst/>
              <a:latin typeface="Arial" panose="020B0604020202020204" pitchFamily="34" charset="0"/>
              <a:ea typeface="Arial" panose="020B0604020202020204" pitchFamily="34" charset="0"/>
            </a:endParaRPr>
          </a:p>
          <a:p>
            <a:pPr marL="0" marR="0">
              <a:spcBef>
                <a:spcPts val="1200"/>
              </a:spcBef>
              <a:spcAft>
                <a:spcPts val="800"/>
              </a:spcAft>
              <a:buNone/>
            </a:pPr>
            <a:r>
              <a:rPr lang="fr-HT" sz="2400" b="1" dirty="0">
                <a:solidFill>
                  <a:srgbClr val="2E75B6"/>
                </a:solidFill>
                <a:effectLst/>
                <a:latin typeface="Arial" panose="020B0604020202020204" pitchFamily="34" charset="0"/>
              </a:rPr>
              <a:t>Objectifs spécifiques</a:t>
            </a:r>
            <a:endParaRPr lang="en-US" sz="2400" b="1" dirty="0">
              <a:solidFill>
                <a:srgbClr val="2E75B6"/>
              </a:solidFill>
              <a:effectLst/>
              <a:latin typeface="Arial" panose="020B0604020202020204" pitchFamily="34" charset="0"/>
            </a:endParaRPr>
          </a:p>
          <a:p>
            <a:pPr marL="342900" marR="0" lvl="0" indent="-342900">
              <a:spcBef>
                <a:spcPts val="300"/>
              </a:spcBef>
              <a:spcAft>
                <a:spcPts val="300"/>
              </a:spcAft>
              <a:buFont typeface="Wingdings" panose="05000000000000000000" pitchFamily="2" charset="2"/>
              <a:buChar char="ü"/>
            </a:pPr>
            <a:r>
              <a:rPr lang="fr-HT" sz="1800" dirty="0">
                <a:effectLst/>
                <a:latin typeface="Arial" panose="020B0604020202020204" pitchFamily="34" charset="0"/>
                <a:ea typeface="Arial" panose="020B0604020202020204" pitchFamily="34" charset="0"/>
              </a:rPr>
              <a:t>Mettre en place une authentification par paire de clés cryptographiques (clé publique/privée) en remplacement de l'authentification par mot de passe.</a:t>
            </a:r>
            <a:endParaRPr lang="en-US" sz="1800" dirty="0">
              <a:effectLst/>
              <a:latin typeface="Arial" panose="020B0604020202020204" pitchFamily="34" charset="0"/>
              <a:ea typeface="Arial" panose="020B0604020202020204" pitchFamily="34" charset="0"/>
            </a:endParaRPr>
          </a:p>
          <a:p>
            <a:pPr marL="342900" marR="0" lvl="0" indent="-342900">
              <a:spcBef>
                <a:spcPts val="300"/>
              </a:spcBef>
              <a:spcAft>
                <a:spcPts val="300"/>
              </a:spcAft>
              <a:buFont typeface="Wingdings" panose="05000000000000000000" pitchFamily="2" charset="2"/>
              <a:buChar char="ü"/>
            </a:pPr>
            <a:r>
              <a:rPr lang="fr-HT" sz="1800" dirty="0">
                <a:effectLst/>
                <a:latin typeface="Arial" panose="020B0604020202020204" pitchFamily="34" charset="0"/>
                <a:ea typeface="Arial" panose="020B0604020202020204" pitchFamily="34" charset="0"/>
              </a:rPr>
              <a:t>Désactiver la connexion directe du compte root via SSH afin de réduire la surface d'attaque.</a:t>
            </a:r>
            <a:endParaRPr lang="en-US" sz="1800" dirty="0">
              <a:effectLst/>
              <a:latin typeface="Arial" panose="020B0604020202020204" pitchFamily="34" charset="0"/>
              <a:ea typeface="Arial" panose="020B0604020202020204" pitchFamily="34" charset="0"/>
            </a:endParaRPr>
          </a:p>
          <a:p>
            <a:pPr marL="342900" marR="0" lvl="0" indent="-342900">
              <a:spcBef>
                <a:spcPts val="300"/>
              </a:spcBef>
              <a:spcAft>
                <a:spcPts val="300"/>
              </a:spcAft>
              <a:buFont typeface="Wingdings" panose="05000000000000000000" pitchFamily="2" charset="2"/>
              <a:buChar char="ü"/>
            </a:pPr>
            <a:r>
              <a:rPr lang="fr-HT" sz="1800" dirty="0">
                <a:effectLst/>
                <a:latin typeface="Arial" panose="020B0604020202020204" pitchFamily="34" charset="0"/>
                <a:ea typeface="Arial" panose="020B0604020202020204" pitchFamily="34" charset="0"/>
              </a:rPr>
              <a:t>Changer le port d'écoute SSH du port par défaut (22) vers un port personnalisé afin de limiter les attaques automatisées.</a:t>
            </a:r>
            <a:endParaRPr lang="en-US" sz="1800" dirty="0">
              <a:effectLst/>
              <a:latin typeface="Arial" panose="020B0604020202020204" pitchFamily="34" charset="0"/>
              <a:ea typeface="Arial" panose="020B0604020202020204" pitchFamily="34" charset="0"/>
            </a:endParaRPr>
          </a:p>
          <a:p>
            <a:pPr marL="342900" marR="0" lvl="0" indent="-342900">
              <a:spcBef>
                <a:spcPts val="300"/>
              </a:spcBef>
              <a:spcAft>
                <a:spcPts val="300"/>
              </a:spcAft>
              <a:buFont typeface="Wingdings" panose="05000000000000000000" pitchFamily="2" charset="2"/>
              <a:buChar char="ü"/>
            </a:pPr>
            <a:r>
              <a:rPr lang="fr-HT" sz="1800" dirty="0">
                <a:effectLst/>
                <a:latin typeface="Arial" panose="020B0604020202020204" pitchFamily="34" charset="0"/>
                <a:ea typeface="Arial" panose="020B0604020202020204" pitchFamily="34" charset="0"/>
              </a:rPr>
              <a:t>Installer et configurer Fail2ban pour bannir automatiquement les adresses IP suspectes après plusieurs tentatives de connexion échouées.</a:t>
            </a:r>
            <a:endParaRPr lang="en-US" sz="1800" dirty="0">
              <a:effectLst/>
              <a:latin typeface="Arial" panose="020B0604020202020204" pitchFamily="34" charset="0"/>
              <a:ea typeface="Arial" panose="020B0604020202020204" pitchFamily="34" charset="0"/>
            </a:endParaRPr>
          </a:p>
          <a:p>
            <a:pPr marL="342900" marR="0" lvl="0" indent="-342900">
              <a:spcBef>
                <a:spcPts val="300"/>
              </a:spcBef>
              <a:spcAft>
                <a:spcPts val="300"/>
              </a:spcAft>
              <a:buFont typeface="Wingdings" panose="05000000000000000000" pitchFamily="2" charset="2"/>
              <a:buChar char="ü"/>
            </a:pPr>
            <a:r>
              <a:rPr lang="fr-HT" sz="1800" dirty="0">
                <a:effectLst/>
                <a:latin typeface="Arial" panose="020B0604020202020204" pitchFamily="34" charset="0"/>
                <a:ea typeface="Arial" panose="020B0604020202020204" pitchFamily="34" charset="0"/>
              </a:rPr>
              <a:t>Restreindre la liste des utilisateurs autorisés à se connecter via SSH grâce à la directive </a:t>
            </a:r>
            <a:r>
              <a:rPr lang="fr-HT" sz="1800" dirty="0" err="1">
                <a:effectLst/>
                <a:latin typeface="Arial" panose="020B0604020202020204" pitchFamily="34" charset="0"/>
                <a:ea typeface="Arial" panose="020B0604020202020204" pitchFamily="34" charset="0"/>
              </a:rPr>
              <a:t>AllowUsers</a:t>
            </a:r>
            <a:r>
              <a:rPr lang="fr-HT" sz="1800" dirty="0">
                <a:effectLst/>
                <a:latin typeface="Arial" panose="020B0604020202020204" pitchFamily="34" charset="0"/>
                <a:ea typeface="Arial" panose="020B0604020202020204" pitchFamily="34" charset="0"/>
              </a:rPr>
              <a:t>.</a:t>
            </a:r>
            <a:endParaRPr lang="en-US" sz="1800" dirty="0">
              <a:effectLst/>
              <a:latin typeface="Arial" panose="020B0604020202020204" pitchFamily="34" charset="0"/>
              <a:ea typeface="Arial" panose="020B0604020202020204" pitchFamily="34" charset="0"/>
            </a:endParaRPr>
          </a:p>
        </p:txBody>
      </p:sp>
      <p:sp>
        <p:nvSpPr>
          <p:cNvPr id="31" name="Title 1">
            <a:extLst>
              <a:ext uri="{FF2B5EF4-FFF2-40B4-BE49-F238E27FC236}">
                <a16:creationId xmlns:a16="http://schemas.microsoft.com/office/drawing/2014/main" id="{9736268C-859C-3939-6BEE-27D843840626}"/>
              </a:ext>
              <a:ext uri="{C183D7F6-B498-43B3-948B-1728B52AA6E4}">
                <adec:decorative xmlns:adec="http://schemas.microsoft.com/office/drawing/2017/decorative" val="0"/>
              </a:ext>
            </a:extLst>
          </p:cNvPr>
          <p:cNvSpPr>
            <a:spLocks noGrp="1"/>
          </p:cNvSpPr>
          <p:nvPr>
            <p:ph type="title"/>
          </p:nvPr>
        </p:nvSpPr>
        <p:spPr>
          <a:xfrm>
            <a:off x="3080105" y="421241"/>
            <a:ext cx="5878960" cy="716340"/>
          </a:xfrm>
        </p:spPr>
        <p:txBody>
          <a:bodyPr>
            <a:normAutofit fontScale="90000"/>
          </a:bodyPr>
          <a:lstStyle/>
          <a:p>
            <a:r>
              <a:rPr lang="fr-HT" b="1" kern="0" dirty="0">
                <a:solidFill>
                  <a:srgbClr val="0070C0"/>
                </a:solidFill>
                <a:latin typeface="Arial" panose="020B0604020202020204" pitchFamily="34" charset="0"/>
              </a:rPr>
              <a:t>Objectifs du Projet</a:t>
            </a:r>
            <a:br>
              <a:rPr lang="en-US" b="1" kern="0" dirty="0">
                <a:solidFill>
                  <a:srgbClr val="1F3864"/>
                </a:solidFill>
                <a:latin typeface="Arial" panose="020B0604020202020204" pitchFamily="34" charset="0"/>
              </a:rPr>
            </a:br>
            <a:endParaRPr lang="en-US" dirty="0"/>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ZoneTexte 30">
            <a:extLst>
              <a:ext uri="{FF2B5EF4-FFF2-40B4-BE49-F238E27FC236}">
                <a16:creationId xmlns:a16="http://schemas.microsoft.com/office/drawing/2014/main" id="{80D9A9D5-5D7C-9D7F-CEE9-0B51F0EE04E2}"/>
              </a:ext>
            </a:extLst>
          </p:cNvPr>
          <p:cNvSpPr txBox="1"/>
          <p:nvPr/>
        </p:nvSpPr>
        <p:spPr>
          <a:xfrm>
            <a:off x="2661007" y="1057130"/>
            <a:ext cx="8887145" cy="3170099"/>
          </a:xfrm>
          <a:prstGeom prst="rect">
            <a:avLst/>
          </a:prstGeom>
          <a:noFill/>
        </p:spPr>
        <p:txBody>
          <a:bodyPr wrap="square">
            <a:spAutoFit/>
          </a:bodyPr>
          <a:lstStyle/>
          <a:p>
            <a:pPr marL="0" marR="0">
              <a:spcBef>
                <a:spcPts val="300"/>
              </a:spcBef>
              <a:spcAft>
                <a:spcPts val="300"/>
              </a:spcAft>
              <a:buNone/>
            </a:pPr>
            <a:r>
              <a:rPr lang="fr-HT" sz="1800" dirty="0">
                <a:effectLst/>
                <a:latin typeface="Arial" panose="020B0604020202020204" pitchFamily="34" charset="0"/>
                <a:ea typeface="Arial" panose="020B0604020202020204" pitchFamily="34" charset="0"/>
              </a:rPr>
              <a:t> </a:t>
            </a:r>
            <a:endParaRPr lang="en-US" sz="1800" dirty="0">
              <a:effectLst/>
              <a:latin typeface="Arial" panose="020B0604020202020204" pitchFamily="34" charset="0"/>
              <a:ea typeface="Arial" panose="020B0604020202020204" pitchFamily="34" charset="0"/>
            </a:endParaRPr>
          </a:p>
          <a:p>
            <a:pPr marL="0" marR="0" algn="just">
              <a:spcBef>
                <a:spcPts val="500"/>
              </a:spcBef>
              <a:spcAft>
                <a:spcPts val="500"/>
              </a:spcAft>
              <a:buNone/>
            </a:pPr>
            <a:r>
              <a:rPr lang="fr-HT" sz="1800" dirty="0">
                <a:effectLst/>
                <a:latin typeface="Arial" panose="020B0604020202020204" pitchFamily="34" charset="0"/>
                <a:ea typeface="Arial" panose="020B0604020202020204" pitchFamily="34" charset="0"/>
              </a:rPr>
              <a:t>Les serveurs exposés sur Internet sont continuellement soumis à des tentatives d'intrusion automatisées. Les robots (bots) scannent en permanence le port 22, tentent de se connecter avec des identifiants par défaut ou lancent des attaques par dictionnaire sur des comptes actifs, notamment root. Une configuration SSH par défaut laisse donc la porte ouverte à de nombreuses vulnérabilités.</a:t>
            </a:r>
            <a:endParaRPr lang="en-US" sz="1800" dirty="0">
              <a:effectLst/>
              <a:latin typeface="Arial" panose="020B0604020202020204" pitchFamily="34" charset="0"/>
              <a:ea typeface="Arial" panose="020B0604020202020204" pitchFamily="34" charset="0"/>
            </a:endParaRPr>
          </a:p>
          <a:p>
            <a:pPr marL="0" marR="0">
              <a:spcBef>
                <a:spcPts val="300"/>
              </a:spcBef>
              <a:spcAft>
                <a:spcPts val="300"/>
              </a:spcAft>
              <a:buNone/>
            </a:pPr>
            <a:r>
              <a:rPr lang="fr-HT" sz="1800" dirty="0">
                <a:effectLst/>
                <a:latin typeface="Arial" panose="020B0604020202020204" pitchFamily="34" charset="0"/>
                <a:ea typeface="Arial" panose="020B0604020202020204" pitchFamily="34" charset="0"/>
              </a:rPr>
              <a:t>  </a:t>
            </a:r>
            <a:endParaRPr lang="en-US" sz="1800" dirty="0">
              <a:effectLst/>
              <a:latin typeface="Arial" panose="020B0604020202020204" pitchFamily="34" charset="0"/>
              <a:ea typeface="Arial" panose="020B0604020202020204" pitchFamily="34" charset="0"/>
            </a:endParaRPr>
          </a:p>
          <a:p>
            <a:pPr marL="0" marR="0" algn="just">
              <a:spcBef>
                <a:spcPts val="500"/>
              </a:spcBef>
              <a:spcAft>
                <a:spcPts val="500"/>
              </a:spcAft>
              <a:buNone/>
            </a:pPr>
            <a:r>
              <a:rPr lang="fr-HT" sz="1800" dirty="0">
                <a:effectLst/>
                <a:latin typeface="Arial" panose="020B0604020202020204" pitchFamily="34" charset="0"/>
                <a:ea typeface="Arial" panose="020B0604020202020204" pitchFamily="34" charset="0"/>
              </a:rPr>
              <a:t>La problématique de ce projet peut ainsi se formuler de la manière suivante : Comment sécuriser efficacement un serveur </a:t>
            </a:r>
            <a:r>
              <a:rPr lang="fr-HT" sz="1800" dirty="0" err="1">
                <a:effectLst/>
                <a:latin typeface="Arial" panose="020B0604020202020204" pitchFamily="34" charset="0"/>
                <a:ea typeface="Arial" panose="020B0604020202020204" pitchFamily="34" charset="0"/>
              </a:rPr>
              <a:t>OpenSSH</a:t>
            </a:r>
            <a:r>
              <a:rPr lang="fr-HT" sz="1800" dirty="0">
                <a:effectLst/>
                <a:latin typeface="Arial" panose="020B0604020202020204" pitchFamily="34" charset="0"/>
                <a:ea typeface="Arial" panose="020B0604020202020204" pitchFamily="34" charset="0"/>
              </a:rPr>
              <a:t> en appliquant plusieurs couches de protection complémentaires</a:t>
            </a:r>
            <a:r>
              <a:rPr lang="fr-HT" dirty="0">
                <a:latin typeface="Arial" panose="020B0604020202020204" pitchFamily="34" charset="0"/>
                <a:ea typeface="Arial" panose="020B0604020202020204" pitchFamily="34" charset="0"/>
              </a:rPr>
              <a:t> </a:t>
            </a:r>
            <a:r>
              <a:rPr lang="fr-HT" sz="1800" dirty="0">
                <a:effectLst/>
                <a:latin typeface="Arial" panose="020B0604020202020204" pitchFamily="34" charset="0"/>
                <a:ea typeface="Arial" panose="020B0604020202020204" pitchFamily="34" charset="0"/>
              </a:rPr>
              <a:t>?</a:t>
            </a:r>
            <a:endParaRPr lang="en-US" sz="1800" dirty="0">
              <a:effectLst/>
              <a:latin typeface="Arial" panose="020B0604020202020204" pitchFamily="34" charset="0"/>
              <a:ea typeface="Arial" panose="020B0604020202020204" pitchFamily="34" charset="0"/>
            </a:endParaRPr>
          </a:p>
        </p:txBody>
      </p:sp>
      <p:sp>
        <p:nvSpPr>
          <p:cNvPr id="32" name="Title 1">
            <a:extLst>
              <a:ext uri="{FF2B5EF4-FFF2-40B4-BE49-F238E27FC236}">
                <a16:creationId xmlns:a16="http://schemas.microsoft.com/office/drawing/2014/main" id="{D8B266D5-B513-BF8A-49A7-B49B874A4F2E}"/>
              </a:ext>
              <a:ext uri="{C183D7F6-B498-43B3-948B-1728B52AA6E4}">
                <adec:decorative xmlns:adec="http://schemas.microsoft.com/office/drawing/2017/decorative" val="0"/>
              </a:ext>
            </a:extLst>
          </p:cNvPr>
          <p:cNvSpPr>
            <a:spLocks noGrp="1"/>
          </p:cNvSpPr>
          <p:nvPr>
            <p:ph type="title"/>
          </p:nvPr>
        </p:nvSpPr>
        <p:spPr>
          <a:xfrm>
            <a:off x="4076699" y="667821"/>
            <a:ext cx="5878960" cy="945222"/>
          </a:xfrm>
        </p:spPr>
        <p:txBody>
          <a:bodyPr>
            <a:normAutofit fontScale="90000"/>
          </a:bodyPr>
          <a:lstStyle/>
          <a:p>
            <a:pPr algn="ctr"/>
            <a:br>
              <a:rPr lang="en-US" b="1" kern="0" dirty="0">
                <a:solidFill>
                  <a:srgbClr val="1F3864"/>
                </a:solidFill>
                <a:latin typeface="Arial" panose="020B0604020202020204" pitchFamily="34" charset="0"/>
              </a:rPr>
            </a:br>
            <a:br>
              <a:rPr lang="en-US" b="1" kern="0" dirty="0">
                <a:solidFill>
                  <a:srgbClr val="1F3864"/>
                </a:solidFill>
                <a:latin typeface="Arial" panose="020B0604020202020204" pitchFamily="34" charset="0"/>
              </a:rPr>
            </a:br>
            <a:r>
              <a:rPr lang="fr-HT" b="1" kern="0" dirty="0">
                <a:solidFill>
                  <a:srgbClr val="0070C0"/>
                </a:solidFill>
                <a:latin typeface="Arial" panose="020B0604020202020204" pitchFamily="34" charset="0"/>
              </a:rPr>
              <a:t>Problématique</a:t>
            </a:r>
            <a:br>
              <a:rPr lang="en-US" b="1" kern="0" dirty="0">
                <a:solidFill>
                  <a:srgbClr val="1F3864"/>
                </a:solidFill>
                <a:latin typeface="Arial" panose="020B0604020202020204" pitchFamily="34" charset="0"/>
              </a:rPr>
            </a:br>
            <a:endParaRPr lang="en-US" dirty="0"/>
          </a:p>
        </p:txBody>
      </p:sp>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362075" y="1671639"/>
            <a:ext cx="5111750" cy="1204912"/>
          </a:xfrm>
        </p:spPr>
        <p:txBody>
          <a:bodyPr/>
          <a:lstStyle/>
          <a:p>
            <a:r>
              <a:rPr lang="en-US" dirty="0"/>
              <a:t>PRODUCT BENEFITS</a:t>
            </a: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type="body" idx="1"/>
          </p:nvPr>
        </p:nvSpPr>
        <p:spPr>
          <a:xfrm>
            <a:off x="1362075" y="3660774"/>
            <a:ext cx="5111750" cy="1525588"/>
          </a:xfrm>
        </p:spPr>
        <p:txBody>
          <a:bodyPr vert="horz" lIns="91440" tIns="45720" rIns="91440" bIns="45720" rtlCol="0" anchor="t">
            <a:normAutofit/>
          </a:bodyPr>
          <a:lstStyle/>
          <a:p>
            <a:r>
              <a:rPr lang="en-US" dirty="0"/>
              <a:t>Cool and stylish product</a:t>
            </a:r>
          </a:p>
          <a:p>
            <a:r>
              <a:rPr lang="en-US" noProof="1"/>
              <a:t>Areas for community connections </a:t>
            </a:r>
          </a:p>
          <a:p>
            <a:r>
              <a:rPr lang="en-US" noProof="1"/>
              <a:t>Online store and market swap</a:t>
            </a:r>
          </a:p>
        </p:txBody>
      </p:sp>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8561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a:lstStyle/>
          <a:p>
            <a:r>
              <a:rPr lang="en-US" dirty="0"/>
              <a:t>COMPANY OVERVIEW</a:t>
            </a:r>
          </a:p>
        </p:txBody>
      </p:sp>
    </p:spTree>
    <p:extLst>
      <p:ext uri="{BB962C8B-B14F-4D97-AF65-F5344CB8AC3E}">
        <p14:creationId xmlns:p14="http://schemas.microsoft.com/office/powerpoint/2010/main" val="70778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920169" y="1152771"/>
            <a:ext cx="5431971" cy="846301"/>
          </a:xfrm>
        </p:spPr>
        <p:txBody>
          <a:bodyPr/>
          <a:lstStyle/>
          <a:p>
            <a:r>
              <a:rPr lang="en-US" dirty="0"/>
              <a:t>BUSINESS MODEL</a:t>
            </a:r>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13"/>
          </p:nvPr>
        </p:nvSpPr>
        <p:spPr>
          <a:xfrm>
            <a:off x="5922254" y="2469515"/>
            <a:ext cx="5433204" cy="365125"/>
          </a:xfrm>
        </p:spPr>
        <p:txBody>
          <a:bodyPr vert="horz" lIns="91440" tIns="45720" rIns="91440" bIns="45720" rtlCol="0" anchor="t">
            <a:noAutofit/>
          </a:bodyPr>
          <a:lstStyle/>
          <a:p>
            <a:r>
              <a:rPr lang="en-US" noProof="1"/>
              <a:t>ABSTRACT</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921828" y="2798940"/>
            <a:ext cx="5431971" cy="557950"/>
          </a:xfrm>
        </p:spPr>
        <p:txBody>
          <a:bodyPr>
            <a:normAutofit/>
          </a:bodyPr>
          <a:lstStyle/>
          <a:p>
            <a:r>
              <a:rPr lang="en-US" noProof="1"/>
              <a:t>We based our research on market trends and social media</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23"/>
          </p:nvPr>
        </p:nvSpPr>
        <p:spPr>
          <a:xfrm>
            <a:off x="5922254" y="3569311"/>
            <a:ext cx="5433204" cy="365125"/>
          </a:xfrm>
        </p:spPr>
        <p:txBody>
          <a:bodyPr vert="horz" lIns="91440" tIns="45720" rIns="91440" bIns="45720" rtlCol="0" anchor="t">
            <a:noAutofit/>
          </a:bodyPr>
          <a:lstStyle/>
          <a:p>
            <a:r>
              <a:rPr lang="en-US" noProof="1"/>
              <a:t>DESIGN</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921828" y="3898736"/>
            <a:ext cx="5431971" cy="557950"/>
          </a:xfrm>
        </p:spPr>
        <p:txBody>
          <a:bodyPr>
            <a:normAutofit/>
          </a:bodyPr>
          <a:lstStyle/>
          <a:p>
            <a:r>
              <a:rPr lang="en-US" noProof="1"/>
              <a:t>We believe people need more products specifically dedicated to this niche market</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25"/>
          </p:nvPr>
        </p:nvSpPr>
        <p:spPr>
          <a:xfrm>
            <a:off x="5922254" y="4669107"/>
            <a:ext cx="5433204" cy="365125"/>
          </a:xfrm>
        </p:spPr>
        <p:txBody>
          <a:bodyPr vert="horz" lIns="91440" tIns="45720" rIns="91440" bIns="45720" rtlCol="0" anchor="t">
            <a:normAutofit lnSpcReduction="10000"/>
          </a:bodyPr>
          <a:lstStyle/>
          <a:p>
            <a:r>
              <a:rPr lang="en-US" noProof="1"/>
              <a:t>RESEARCH</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5921828" y="4998532"/>
            <a:ext cx="5431971" cy="557950"/>
          </a:xfrm>
        </p:spPr>
        <p:txBody>
          <a:bodyPr>
            <a:normAutofit/>
          </a:bodyPr>
          <a:lstStyle/>
          <a:p>
            <a:r>
              <a:rPr lang="en-US" noProof="1"/>
              <a:t>Minimalist and easy to use </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a:lstStyle/>
          <a:p>
            <a:r>
              <a:rPr lang="en-US" dirty="0"/>
              <a:t>20XX</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pPr/>
              <a:t>9</a:t>
            </a:fld>
            <a:endParaRPr lang="en-US" dirty="0"/>
          </a:p>
        </p:txBody>
      </p:sp>
    </p:spTree>
    <p:extLst>
      <p:ext uri="{BB962C8B-B14F-4D97-AF65-F5344CB8AC3E}">
        <p14:creationId xmlns:p14="http://schemas.microsoft.com/office/powerpoint/2010/main" val="2069393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892177"/>
            <a:ext cx="8421688" cy="1325563"/>
          </a:xfrm>
        </p:spPr>
        <p:txBody>
          <a:bodyPr/>
          <a:lstStyle/>
          <a:p>
            <a:r>
              <a:rPr lang="en-US" dirty="0"/>
              <a:t>MARKET OVERVIEW</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1243104" y="2776936"/>
            <a:ext cx="2882475" cy="823912"/>
          </a:xfrm>
        </p:spPr>
        <p:txBody>
          <a:bodyPr/>
          <a:lstStyle/>
          <a:p>
            <a:r>
              <a:rPr lang="en-US" dirty="0"/>
              <a:t>$3 Billion</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1243104" y="3834606"/>
            <a:ext cx="2882475" cy="1997867"/>
          </a:xfrm>
        </p:spPr>
        <p:txBody>
          <a:bodyPr vert="horz" lIns="91440" tIns="45720" rIns="91440" bIns="45720" rtlCol="0" anchor="t">
            <a:normAutofit/>
          </a:bodyPr>
          <a:lstStyle/>
          <a:p>
            <a:r>
              <a:rPr lang="en-US" noProof="1"/>
              <a:t>Freedom to invent</a:t>
            </a:r>
            <a:endParaRPr lang="en-US" dirty="0"/>
          </a:p>
          <a:p>
            <a:r>
              <a:rPr lang="en-US" noProof="1"/>
              <a:t>Selectively inclusive market</a:t>
            </a:r>
          </a:p>
          <a:p>
            <a:r>
              <a:rPr lang="en-US" noProof="1"/>
              <a:t>Serviceable available market</a:t>
            </a:r>
          </a:p>
          <a:p>
            <a:endParaRPr lang="en-US" noProof="1"/>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
          </p:nvPr>
        </p:nvSpPr>
        <p:spPr>
          <a:xfrm>
            <a:off x="4647665" y="2776936"/>
            <a:ext cx="2896671" cy="823912"/>
          </a:xfrm>
        </p:spPr>
        <p:txBody>
          <a:bodyPr/>
          <a:lstStyle/>
          <a:p>
            <a:r>
              <a:rPr lang="en-US" dirty="0"/>
              <a:t>$1 Billion</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4647665" y="3834606"/>
            <a:ext cx="2896671" cy="1997867"/>
          </a:xfrm>
        </p:spPr>
        <p:txBody>
          <a:bodyPr/>
          <a:lstStyle/>
          <a:p>
            <a:r>
              <a:rPr lang="en-US" dirty="0"/>
              <a:t>Opportunity to build</a:t>
            </a:r>
          </a:p>
          <a:p>
            <a:r>
              <a:rPr lang="en-US" dirty="0"/>
              <a:t>Fully inclusive market</a:t>
            </a:r>
          </a:p>
          <a:p>
            <a:r>
              <a:rPr lang="en-US" dirty="0"/>
              <a:t>Total addressable market</a:t>
            </a:r>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8066421" y="2776936"/>
            <a:ext cx="2882475" cy="823912"/>
          </a:xfrm>
        </p:spPr>
        <p:txBody>
          <a:bodyPr vert="horz" lIns="91440" tIns="45720" rIns="91440" bIns="45720" rtlCol="0" anchor="b">
            <a:normAutofit/>
          </a:bodyPr>
          <a:lstStyle/>
          <a:p>
            <a:r>
              <a:rPr lang="en-US" dirty="0"/>
              <a:t>$2 Billion</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3834606"/>
            <a:ext cx="2882475" cy="1997867"/>
          </a:xfrm>
        </p:spPr>
        <p:txBody>
          <a:bodyPr/>
          <a:lstStyle/>
          <a:p>
            <a:r>
              <a:rPr lang="en-US" noProof="1"/>
              <a:t>Few competitors</a:t>
            </a:r>
          </a:p>
          <a:p>
            <a:r>
              <a:rPr lang="en-US" noProof="1"/>
              <a:t>Specifically targeted market</a:t>
            </a:r>
          </a:p>
          <a:p>
            <a:r>
              <a:rPr lang="en-US" noProof="1"/>
              <a:t>Serviceable obtainable market</a:t>
            </a:r>
            <a:endParaRPr lang="en-US" dirty="0"/>
          </a:p>
          <a:p>
            <a:endParaRPr lang="en-US" dirty="0"/>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a:lstStyle/>
          <a:p>
            <a:r>
              <a:rPr lang="en-US" dirty="0"/>
              <a:t>20XX</a:t>
            </a:r>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2121178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4BC4F-3D59-464A-857E-6F155B368ED7}"/>
              </a:ext>
            </a:extLst>
          </p:cNvPr>
          <p:cNvSpPr>
            <a:spLocks noGrp="1"/>
          </p:cNvSpPr>
          <p:nvPr>
            <p:ph type="title"/>
          </p:nvPr>
        </p:nvSpPr>
        <p:spPr>
          <a:xfrm>
            <a:off x="1885156" y="892177"/>
            <a:ext cx="8421688" cy="1325563"/>
          </a:xfrm>
        </p:spPr>
        <p:txBody>
          <a:bodyPr/>
          <a:lstStyle/>
          <a:p>
            <a:r>
              <a:rPr lang="en-US" dirty="0"/>
              <a:t>Market comparison</a:t>
            </a:r>
          </a:p>
        </p:txBody>
      </p:sp>
      <p:sp>
        <p:nvSpPr>
          <p:cNvPr id="9" name="Text Placeholder 8">
            <a:extLst>
              <a:ext uri="{FF2B5EF4-FFF2-40B4-BE49-F238E27FC236}">
                <a16:creationId xmlns:a16="http://schemas.microsoft.com/office/drawing/2014/main" id="{8C1455DF-5CEC-44A2-A92D-8E901D15B7CC}"/>
              </a:ext>
            </a:extLst>
          </p:cNvPr>
          <p:cNvSpPr>
            <a:spLocks noGrp="1"/>
          </p:cNvSpPr>
          <p:nvPr>
            <p:ph type="body" idx="1"/>
          </p:nvPr>
        </p:nvSpPr>
        <p:spPr>
          <a:xfrm>
            <a:off x="2063855" y="3064615"/>
            <a:ext cx="1240971" cy="823912"/>
          </a:xfrm>
        </p:spPr>
        <p:txBody>
          <a:bodyPr/>
          <a:lstStyle/>
          <a:p>
            <a:r>
              <a:rPr lang="en-US" dirty="0"/>
              <a:t>$3B</a:t>
            </a:r>
          </a:p>
        </p:txBody>
      </p:sp>
      <p:sp>
        <p:nvSpPr>
          <p:cNvPr id="10" name="Text Placeholder 9">
            <a:extLst>
              <a:ext uri="{FF2B5EF4-FFF2-40B4-BE49-F238E27FC236}">
                <a16:creationId xmlns:a16="http://schemas.microsoft.com/office/drawing/2014/main" id="{7C7E7B18-D05F-4C44-8718-8C671160FC98}"/>
              </a:ext>
            </a:extLst>
          </p:cNvPr>
          <p:cNvSpPr>
            <a:spLocks noGrp="1"/>
          </p:cNvSpPr>
          <p:nvPr>
            <p:ph type="body" idx="15"/>
          </p:nvPr>
        </p:nvSpPr>
        <p:spPr>
          <a:xfrm>
            <a:off x="5475514" y="3064615"/>
            <a:ext cx="1240971" cy="823912"/>
          </a:xfrm>
        </p:spPr>
        <p:txBody>
          <a:bodyPr/>
          <a:lstStyle/>
          <a:p>
            <a:r>
              <a:rPr lang="en-US" dirty="0"/>
              <a:t>$2B</a:t>
            </a:r>
          </a:p>
        </p:txBody>
      </p:sp>
      <p:sp>
        <p:nvSpPr>
          <p:cNvPr id="11" name="Text Placeholder 10">
            <a:extLst>
              <a:ext uri="{FF2B5EF4-FFF2-40B4-BE49-F238E27FC236}">
                <a16:creationId xmlns:a16="http://schemas.microsoft.com/office/drawing/2014/main" id="{C4EAD5C6-02F0-4D27-8D85-1BD5EA833D6F}"/>
              </a:ext>
            </a:extLst>
          </p:cNvPr>
          <p:cNvSpPr>
            <a:spLocks noGrp="1"/>
          </p:cNvSpPr>
          <p:nvPr>
            <p:ph type="body" idx="16"/>
          </p:nvPr>
        </p:nvSpPr>
        <p:spPr>
          <a:xfrm>
            <a:off x="8887174" y="3064615"/>
            <a:ext cx="1240971" cy="823912"/>
          </a:xfrm>
        </p:spPr>
        <p:txBody>
          <a:bodyPr/>
          <a:lstStyle/>
          <a:p>
            <a:r>
              <a:rPr lang="en-US" dirty="0"/>
              <a:t>$1B</a:t>
            </a:r>
          </a:p>
        </p:txBody>
      </p:sp>
      <p:sp>
        <p:nvSpPr>
          <p:cNvPr id="19" name="Content Placeholder 18">
            <a:extLst>
              <a:ext uri="{FF2B5EF4-FFF2-40B4-BE49-F238E27FC236}">
                <a16:creationId xmlns:a16="http://schemas.microsoft.com/office/drawing/2014/main" id="{791D6145-F7F7-43DE-A16B-BF4F9607D4E8}"/>
              </a:ext>
            </a:extLst>
          </p:cNvPr>
          <p:cNvSpPr>
            <a:spLocks noGrp="1"/>
          </p:cNvSpPr>
          <p:nvPr>
            <p:ph sz="half" idx="2"/>
          </p:nvPr>
        </p:nvSpPr>
        <p:spPr>
          <a:xfrm>
            <a:off x="1129698" y="4824188"/>
            <a:ext cx="3124093" cy="462927"/>
          </a:xfrm>
        </p:spPr>
        <p:txBody>
          <a:bodyPr/>
          <a:lstStyle/>
          <a:p>
            <a:r>
              <a:rPr lang="en-US" dirty="0"/>
              <a:t>Opportunity to build</a:t>
            </a:r>
          </a:p>
        </p:txBody>
      </p:sp>
      <p:sp>
        <p:nvSpPr>
          <p:cNvPr id="20" name="Content Placeholder 19">
            <a:extLst>
              <a:ext uri="{FF2B5EF4-FFF2-40B4-BE49-F238E27FC236}">
                <a16:creationId xmlns:a16="http://schemas.microsoft.com/office/drawing/2014/main" id="{BC46925A-8382-42EB-891C-DBB4EAAA33F8}"/>
              </a:ext>
            </a:extLst>
          </p:cNvPr>
          <p:cNvSpPr>
            <a:spLocks noGrp="1"/>
          </p:cNvSpPr>
          <p:nvPr>
            <p:ph sz="quarter" idx="4"/>
          </p:nvPr>
        </p:nvSpPr>
        <p:spPr>
          <a:xfrm>
            <a:off x="4526261" y="4824188"/>
            <a:ext cx="3139479" cy="462927"/>
          </a:xfrm>
        </p:spPr>
        <p:txBody>
          <a:bodyPr/>
          <a:lstStyle/>
          <a:p>
            <a:r>
              <a:rPr lang="en-US" dirty="0"/>
              <a:t>Freedom to invent</a:t>
            </a:r>
          </a:p>
        </p:txBody>
      </p:sp>
      <p:sp>
        <p:nvSpPr>
          <p:cNvPr id="21" name="Content Placeholder 20">
            <a:extLst>
              <a:ext uri="{FF2B5EF4-FFF2-40B4-BE49-F238E27FC236}">
                <a16:creationId xmlns:a16="http://schemas.microsoft.com/office/drawing/2014/main" id="{318AFADE-B54F-4988-8000-B9336A395336}"/>
              </a:ext>
            </a:extLst>
          </p:cNvPr>
          <p:cNvSpPr>
            <a:spLocks noGrp="1"/>
          </p:cNvSpPr>
          <p:nvPr>
            <p:ph sz="half" idx="14"/>
          </p:nvPr>
        </p:nvSpPr>
        <p:spPr>
          <a:xfrm>
            <a:off x="7938210" y="4824188"/>
            <a:ext cx="3124093" cy="462927"/>
          </a:xfrm>
        </p:spPr>
        <p:txBody>
          <a:bodyPr/>
          <a:lstStyle/>
          <a:p>
            <a:r>
              <a:rPr lang="en-US" dirty="0"/>
              <a:t>Few competitors</a:t>
            </a:r>
          </a:p>
        </p:txBody>
      </p:sp>
      <p:sp>
        <p:nvSpPr>
          <p:cNvPr id="22" name="Content Placeholder 21">
            <a:extLst>
              <a:ext uri="{FF2B5EF4-FFF2-40B4-BE49-F238E27FC236}">
                <a16:creationId xmlns:a16="http://schemas.microsoft.com/office/drawing/2014/main" id="{F296843C-0ED0-4314-A6F0-DD60C828DDFB}"/>
              </a:ext>
            </a:extLst>
          </p:cNvPr>
          <p:cNvSpPr>
            <a:spLocks noGrp="1"/>
          </p:cNvSpPr>
          <p:nvPr>
            <p:ph sz="half" idx="17"/>
          </p:nvPr>
        </p:nvSpPr>
        <p:spPr>
          <a:xfrm>
            <a:off x="1129698" y="5280763"/>
            <a:ext cx="3124093" cy="462927"/>
          </a:xfrm>
        </p:spPr>
        <p:txBody>
          <a:bodyPr/>
          <a:lstStyle/>
          <a:p>
            <a:r>
              <a:rPr lang="en-US" dirty="0"/>
              <a:t>Addressable market</a:t>
            </a:r>
          </a:p>
        </p:txBody>
      </p:sp>
      <p:sp>
        <p:nvSpPr>
          <p:cNvPr id="23" name="Content Placeholder 22">
            <a:extLst>
              <a:ext uri="{FF2B5EF4-FFF2-40B4-BE49-F238E27FC236}">
                <a16:creationId xmlns:a16="http://schemas.microsoft.com/office/drawing/2014/main" id="{649BF20C-562E-400E-BEA6-1D5F81F2FE44}"/>
              </a:ext>
            </a:extLst>
          </p:cNvPr>
          <p:cNvSpPr>
            <a:spLocks noGrp="1"/>
          </p:cNvSpPr>
          <p:nvPr>
            <p:ph sz="quarter" idx="18"/>
          </p:nvPr>
        </p:nvSpPr>
        <p:spPr>
          <a:xfrm>
            <a:off x="4526261" y="5280763"/>
            <a:ext cx="3139479" cy="462927"/>
          </a:xfrm>
        </p:spPr>
        <p:txBody>
          <a:bodyPr/>
          <a:lstStyle/>
          <a:p>
            <a:r>
              <a:rPr lang="en-US" dirty="0"/>
              <a:t>Serviceable market</a:t>
            </a:r>
          </a:p>
        </p:txBody>
      </p:sp>
      <p:sp>
        <p:nvSpPr>
          <p:cNvPr id="24" name="Content Placeholder 23">
            <a:extLst>
              <a:ext uri="{FF2B5EF4-FFF2-40B4-BE49-F238E27FC236}">
                <a16:creationId xmlns:a16="http://schemas.microsoft.com/office/drawing/2014/main" id="{5AA25980-D334-4FC0-9091-936E53B8D321}"/>
              </a:ext>
            </a:extLst>
          </p:cNvPr>
          <p:cNvSpPr>
            <a:spLocks noGrp="1"/>
          </p:cNvSpPr>
          <p:nvPr>
            <p:ph sz="half" idx="19"/>
          </p:nvPr>
        </p:nvSpPr>
        <p:spPr>
          <a:xfrm>
            <a:off x="7938210" y="5280763"/>
            <a:ext cx="3124093" cy="462927"/>
          </a:xfrm>
        </p:spPr>
        <p:txBody>
          <a:bodyPr/>
          <a:lstStyle/>
          <a:p>
            <a:r>
              <a:rPr lang="en-US" dirty="0"/>
              <a:t>Obtainable market</a:t>
            </a:r>
          </a:p>
        </p:txBody>
      </p:sp>
      <p:sp>
        <p:nvSpPr>
          <p:cNvPr id="5" name="Date Placeholder 4">
            <a:extLst>
              <a:ext uri="{FF2B5EF4-FFF2-40B4-BE49-F238E27FC236}">
                <a16:creationId xmlns:a16="http://schemas.microsoft.com/office/drawing/2014/main" id="{79C22D8C-87A6-47AD-8D29-FBBA539EDBE2}"/>
              </a:ext>
            </a:extLst>
          </p:cNvPr>
          <p:cNvSpPr>
            <a:spLocks noGrp="1"/>
          </p:cNvSpPr>
          <p:nvPr>
            <p:ph type="dt" sz="half" idx="10"/>
          </p:nvPr>
        </p:nvSpPr>
        <p:spPr>
          <a:xfrm>
            <a:off x="838200" y="6356350"/>
            <a:ext cx="2743200" cy="365125"/>
          </a:xfrm>
        </p:spPr>
        <p:txBody>
          <a:bodyPr/>
          <a:lstStyle/>
          <a:p>
            <a:r>
              <a:rPr lang="en-US" dirty="0"/>
              <a:t>20XX</a:t>
            </a:r>
          </a:p>
        </p:txBody>
      </p:sp>
      <p:sp>
        <p:nvSpPr>
          <p:cNvPr id="6" name="Footer Placeholder 5">
            <a:extLst>
              <a:ext uri="{FF2B5EF4-FFF2-40B4-BE49-F238E27FC236}">
                <a16:creationId xmlns:a16="http://schemas.microsoft.com/office/drawing/2014/main" id="{4D346909-C2E0-4F1D-90FC-F5E1D8DFB515}"/>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7" name="Slide Number Placeholder 6">
            <a:extLst>
              <a:ext uri="{FF2B5EF4-FFF2-40B4-BE49-F238E27FC236}">
                <a16:creationId xmlns:a16="http://schemas.microsoft.com/office/drawing/2014/main" id="{EBC02F21-4E3C-469E-B11C-9214231082D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11</a:t>
            </a:fld>
            <a:endParaRPr lang="en-US" dirty="0"/>
          </a:p>
        </p:txBody>
      </p:sp>
    </p:spTree>
    <p:extLst>
      <p:ext uri="{BB962C8B-B14F-4D97-AF65-F5344CB8AC3E}">
        <p14:creationId xmlns:p14="http://schemas.microsoft.com/office/powerpoint/2010/main" val="404854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2933700" y="892177"/>
            <a:ext cx="8421688" cy="1325563"/>
          </a:xfrm>
        </p:spPr>
        <p:txBody>
          <a:bodyPr/>
          <a:lstStyle/>
          <a:p>
            <a:r>
              <a:rPr lang="en-US" dirty="0"/>
              <a:t>OUR COMPETITION</a:t>
            </a:r>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idx="1"/>
          </p:nvPr>
        </p:nvSpPr>
        <p:spPr>
          <a:xfrm>
            <a:off x="2933700" y="2776936"/>
            <a:ext cx="3924300" cy="823912"/>
          </a:xfrm>
        </p:spPr>
        <p:txBody>
          <a:bodyPr/>
          <a:lstStyle/>
          <a:p>
            <a:r>
              <a:rPr lang="en-US" dirty="0"/>
              <a:t>CONTOSO</a:t>
            </a:r>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2"/>
          </p:nvPr>
        </p:nvSpPr>
        <p:spPr>
          <a:xfrm>
            <a:off x="2933700" y="3834606"/>
            <a:ext cx="3924300" cy="1997867"/>
          </a:xfrm>
        </p:spPr>
        <p:txBody>
          <a:bodyPr vert="horz" lIns="91440" tIns="45720" rIns="91440" bIns="45720" rtlCol="0" anchor="t">
            <a:normAutofit/>
          </a:bodyPr>
          <a:lstStyle/>
          <a:p>
            <a:r>
              <a:rPr lang="en-US" noProof="1"/>
              <a:t>Our product is priced below that of other companies on the market</a:t>
            </a:r>
          </a:p>
          <a:p>
            <a:r>
              <a:rPr lang="en-US" noProof="1"/>
              <a:t>Design is simple and easy to use, compared to the complex designs of the competitors</a:t>
            </a:r>
          </a:p>
          <a:p>
            <a:r>
              <a:rPr lang="en-US" noProof="1"/>
              <a:t>Affordability is the main draw for our consumers to our product</a:t>
            </a:r>
          </a:p>
        </p:txBody>
      </p:sp>
      <p:sp>
        <p:nvSpPr>
          <p:cNvPr id="7" name="Text Placeholder 6">
            <a:extLst>
              <a:ext uri="{FF2B5EF4-FFF2-40B4-BE49-F238E27FC236}">
                <a16:creationId xmlns:a16="http://schemas.microsoft.com/office/drawing/2014/main" id="{578017FE-712E-4E95-B483-B700F1AA4B2A}"/>
              </a:ext>
            </a:extLst>
          </p:cNvPr>
          <p:cNvSpPr>
            <a:spLocks noGrp="1"/>
          </p:cNvSpPr>
          <p:nvPr>
            <p:ph type="body" sz="quarter" idx="3"/>
          </p:nvPr>
        </p:nvSpPr>
        <p:spPr>
          <a:xfrm>
            <a:off x="7410173" y="2776936"/>
            <a:ext cx="3943627" cy="823912"/>
          </a:xfrm>
        </p:spPr>
        <p:txBody>
          <a:bodyPr/>
          <a:lstStyle/>
          <a:p>
            <a:r>
              <a:rPr lang="en-US" dirty="0"/>
              <a:t>COMPETITORS</a:t>
            </a:r>
          </a:p>
        </p:txBody>
      </p:sp>
      <p:sp>
        <p:nvSpPr>
          <p:cNvPr id="11" name="Content Placeholder 10">
            <a:extLst>
              <a:ext uri="{FF2B5EF4-FFF2-40B4-BE49-F238E27FC236}">
                <a16:creationId xmlns:a16="http://schemas.microsoft.com/office/drawing/2014/main" id="{D0E0ACA0-9139-4C37-920D-BF3C1FF461C1}"/>
              </a:ext>
            </a:extLst>
          </p:cNvPr>
          <p:cNvSpPr>
            <a:spLocks noGrp="1"/>
          </p:cNvSpPr>
          <p:nvPr>
            <p:ph sz="quarter" idx="4"/>
          </p:nvPr>
        </p:nvSpPr>
        <p:spPr>
          <a:xfrm>
            <a:off x="7410173" y="3834606"/>
            <a:ext cx="3943627" cy="1997867"/>
          </a:xfrm>
        </p:spPr>
        <p:txBody>
          <a:bodyPr/>
          <a:lstStyle/>
          <a:p>
            <a:r>
              <a:rPr lang="en-US" noProof="1"/>
              <a:t>Company A</a:t>
            </a:r>
            <a:br>
              <a:rPr lang="en-US" noProof="1"/>
            </a:br>
            <a:r>
              <a:rPr lang="en-US" noProof="1"/>
              <a:t>Product is more expensive</a:t>
            </a:r>
          </a:p>
          <a:p>
            <a:r>
              <a:rPr lang="en-US" noProof="1"/>
              <a:t>Companies B &amp; C </a:t>
            </a:r>
            <a:br>
              <a:rPr lang="en-US" noProof="1"/>
            </a:br>
            <a:r>
              <a:rPr lang="en-US" noProof="1"/>
              <a:t>Product is expensive and inconvenient to use</a:t>
            </a:r>
          </a:p>
          <a:p>
            <a:r>
              <a:rPr lang="en-US" noProof="1"/>
              <a:t>Companies D &amp; E</a:t>
            </a:r>
            <a:br>
              <a:rPr lang="en-US" noProof="1"/>
            </a:br>
            <a:r>
              <a:rPr lang="en-US" noProof="1"/>
              <a:t>Product is affordable, but inconvenient to use</a:t>
            </a:r>
          </a:p>
        </p:txBody>
      </p:sp>
      <p:sp>
        <p:nvSpPr>
          <p:cNvPr id="12" name="Date Placeholder 11">
            <a:extLst>
              <a:ext uri="{FF2B5EF4-FFF2-40B4-BE49-F238E27FC236}">
                <a16:creationId xmlns:a16="http://schemas.microsoft.com/office/drawing/2014/main" id="{5909F2DC-F097-42AB-88E7-0CA09BD5E2C2}"/>
              </a:ext>
            </a:extLst>
          </p:cNvPr>
          <p:cNvSpPr>
            <a:spLocks noGrp="1"/>
          </p:cNvSpPr>
          <p:nvPr>
            <p:ph type="dt" sz="half" idx="10"/>
          </p:nvPr>
        </p:nvSpPr>
        <p:spPr>
          <a:xfrm>
            <a:off x="838200" y="6356350"/>
            <a:ext cx="2743200" cy="365125"/>
          </a:xfrm>
        </p:spPr>
        <p:txBody>
          <a:bodyPr/>
          <a:lstStyle/>
          <a:p>
            <a:r>
              <a:rPr lang="en-US" dirty="0"/>
              <a:t>20XX</a:t>
            </a:r>
          </a:p>
        </p:txBody>
      </p:sp>
      <p:sp>
        <p:nvSpPr>
          <p:cNvPr id="13" name="Footer Placeholder 12">
            <a:extLst>
              <a:ext uri="{FF2B5EF4-FFF2-40B4-BE49-F238E27FC236}">
                <a16:creationId xmlns:a16="http://schemas.microsoft.com/office/drawing/2014/main" id="{F4A37AA9-0BEE-42AC-8CC0-AE5B8663553A}"/>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4" name="Slide Number Placeholder 13">
            <a:extLst>
              <a:ext uri="{FF2B5EF4-FFF2-40B4-BE49-F238E27FC236}">
                <a16:creationId xmlns:a16="http://schemas.microsoft.com/office/drawing/2014/main" id="{42152A75-1CD2-44EC-9374-C83D4604A5DD}"/>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12</a:t>
            </a:fld>
            <a:endParaRPr lang="en-US" dirty="0"/>
          </a:p>
        </p:txBody>
      </p:sp>
    </p:spTree>
    <p:extLst>
      <p:ext uri="{BB962C8B-B14F-4D97-AF65-F5344CB8AC3E}">
        <p14:creationId xmlns:p14="http://schemas.microsoft.com/office/powerpoint/2010/main" val="4151694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0770-A36E-4500-AA2E-F3DE8416AD1E}"/>
              </a:ext>
            </a:extLst>
          </p:cNvPr>
          <p:cNvSpPr>
            <a:spLocks noGrp="1"/>
          </p:cNvSpPr>
          <p:nvPr>
            <p:ph type="title"/>
          </p:nvPr>
        </p:nvSpPr>
        <p:spPr>
          <a:xfrm>
            <a:off x="838200" y="365125"/>
            <a:ext cx="10515600" cy="1325563"/>
          </a:xfrm>
        </p:spPr>
        <p:txBody>
          <a:bodyPr/>
          <a:lstStyle/>
          <a:p>
            <a:r>
              <a:rPr lang="en-US" dirty="0"/>
              <a:t>Our competition  </a:t>
            </a:r>
          </a:p>
        </p:txBody>
      </p:sp>
      <p:sp>
        <p:nvSpPr>
          <p:cNvPr id="5" name="Text Placeholder 4">
            <a:extLst>
              <a:ext uri="{FF2B5EF4-FFF2-40B4-BE49-F238E27FC236}">
                <a16:creationId xmlns:a16="http://schemas.microsoft.com/office/drawing/2014/main" id="{AB97FAAF-FD5C-4EDE-A2D8-148266453488}"/>
              </a:ext>
            </a:extLst>
          </p:cNvPr>
          <p:cNvSpPr>
            <a:spLocks noGrp="1"/>
          </p:cNvSpPr>
          <p:nvPr>
            <p:ph type="body" sz="quarter" idx="15"/>
          </p:nvPr>
        </p:nvSpPr>
        <p:spPr>
          <a:xfrm>
            <a:off x="5242517" y="1599947"/>
            <a:ext cx="1706965" cy="492025"/>
          </a:xfrm>
        </p:spPr>
        <p:txBody>
          <a:bodyPr>
            <a:normAutofit/>
          </a:bodyPr>
          <a:lstStyle/>
          <a:p>
            <a:r>
              <a:rPr lang="en-US" dirty="0"/>
              <a:t>Convenient</a:t>
            </a:r>
          </a:p>
        </p:txBody>
      </p:sp>
      <p:sp>
        <p:nvSpPr>
          <p:cNvPr id="8" name="Text Placeholder 7">
            <a:extLst>
              <a:ext uri="{FF2B5EF4-FFF2-40B4-BE49-F238E27FC236}">
                <a16:creationId xmlns:a16="http://schemas.microsoft.com/office/drawing/2014/main" id="{B2F06784-6A30-4941-B70A-A58B611950D4}"/>
              </a:ext>
            </a:extLst>
          </p:cNvPr>
          <p:cNvSpPr>
            <a:spLocks noGrp="1"/>
          </p:cNvSpPr>
          <p:nvPr>
            <p:ph type="body" sz="quarter" idx="20"/>
          </p:nvPr>
        </p:nvSpPr>
        <p:spPr>
          <a:xfrm>
            <a:off x="3738732" y="2378452"/>
            <a:ext cx="1183179" cy="492025"/>
          </a:xfrm>
        </p:spPr>
        <p:txBody>
          <a:bodyPr>
            <a:normAutofit/>
          </a:bodyPr>
          <a:lstStyle/>
          <a:p>
            <a:r>
              <a:rPr lang="en-US" dirty="0"/>
              <a:t>Competitor A</a:t>
            </a:r>
          </a:p>
        </p:txBody>
      </p:sp>
      <p:sp>
        <p:nvSpPr>
          <p:cNvPr id="29" name="Text Placeholder 28">
            <a:extLst>
              <a:ext uri="{FF2B5EF4-FFF2-40B4-BE49-F238E27FC236}">
                <a16:creationId xmlns:a16="http://schemas.microsoft.com/office/drawing/2014/main" id="{BF7EE2E1-DA9E-4645-BC0D-305C1F12118B}"/>
              </a:ext>
            </a:extLst>
          </p:cNvPr>
          <p:cNvSpPr>
            <a:spLocks noGrp="1"/>
          </p:cNvSpPr>
          <p:nvPr>
            <p:ph type="body" sz="quarter" idx="26"/>
          </p:nvPr>
        </p:nvSpPr>
        <p:spPr>
          <a:xfrm>
            <a:off x="7522269" y="2169263"/>
            <a:ext cx="1706965" cy="1048575"/>
          </a:xfrm>
        </p:spPr>
        <p:txBody>
          <a:bodyPr/>
          <a:lstStyle/>
          <a:p>
            <a:r>
              <a:rPr lang="en-US" dirty="0"/>
              <a:t>Contoso</a:t>
            </a:r>
          </a:p>
        </p:txBody>
      </p:sp>
      <p:sp>
        <p:nvSpPr>
          <p:cNvPr id="28" name="Text Placeholder 27">
            <a:extLst>
              <a:ext uri="{FF2B5EF4-FFF2-40B4-BE49-F238E27FC236}">
                <a16:creationId xmlns:a16="http://schemas.microsoft.com/office/drawing/2014/main" id="{E8BD1918-91E9-45FF-B758-93DAFA9EAFE9}"/>
              </a:ext>
            </a:extLst>
          </p:cNvPr>
          <p:cNvSpPr>
            <a:spLocks noGrp="1"/>
          </p:cNvSpPr>
          <p:nvPr>
            <p:ph type="body" sz="quarter" idx="25"/>
          </p:nvPr>
        </p:nvSpPr>
        <p:spPr>
          <a:xfrm>
            <a:off x="921894" y="3528829"/>
            <a:ext cx="1393863" cy="492025"/>
          </a:xfrm>
        </p:spPr>
        <p:txBody>
          <a:bodyPr/>
          <a:lstStyle/>
          <a:p>
            <a:r>
              <a:rPr lang="en-US" dirty="0"/>
              <a:t>Affordable</a:t>
            </a:r>
          </a:p>
        </p:txBody>
      </p:sp>
      <p:sp>
        <p:nvSpPr>
          <p:cNvPr id="7" name="Text Placeholder 6">
            <a:extLst>
              <a:ext uri="{FF2B5EF4-FFF2-40B4-BE49-F238E27FC236}">
                <a16:creationId xmlns:a16="http://schemas.microsoft.com/office/drawing/2014/main" id="{E9C0C8B1-2DBC-40B1-BBA7-7B3D396478A1}"/>
              </a:ext>
            </a:extLst>
          </p:cNvPr>
          <p:cNvSpPr>
            <a:spLocks noGrp="1"/>
          </p:cNvSpPr>
          <p:nvPr>
            <p:ph type="body" sz="quarter" idx="19"/>
          </p:nvPr>
        </p:nvSpPr>
        <p:spPr>
          <a:xfrm>
            <a:off x="9940449" y="3528829"/>
            <a:ext cx="1380681" cy="492025"/>
          </a:xfrm>
        </p:spPr>
        <p:txBody>
          <a:bodyPr>
            <a:normAutofit/>
          </a:bodyPr>
          <a:lstStyle/>
          <a:p>
            <a:r>
              <a:rPr lang="en-US" dirty="0"/>
              <a:t>Expensive</a:t>
            </a:r>
          </a:p>
        </p:txBody>
      </p:sp>
      <p:sp>
        <p:nvSpPr>
          <p:cNvPr id="25" name="Text Placeholder 24">
            <a:extLst>
              <a:ext uri="{FF2B5EF4-FFF2-40B4-BE49-F238E27FC236}">
                <a16:creationId xmlns:a16="http://schemas.microsoft.com/office/drawing/2014/main" id="{225FED20-8F0E-4B86-88AD-F902806B2CA0}"/>
              </a:ext>
            </a:extLst>
          </p:cNvPr>
          <p:cNvSpPr>
            <a:spLocks noGrp="1"/>
          </p:cNvSpPr>
          <p:nvPr>
            <p:ph type="body" sz="quarter" idx="22"/>
          </p:nvPr>
        </p:nvSpPr>
        <p:spPr>
          <a:xfrm>
            <a:off x="2637747" y="4634331"/>
            <a:ext cx="1183179" cy="492025"/>
          </a:xfrm>
        </p:spPr>
        <p:txBody>
          <a:bodyPr/>
          <a:lstStyle/>
          <a:p>
            <a:r>
              <a:rPr lang="en-US" dirty="0"/>
              <a:t>Competitor B</a:t>
            </a:r>
          </a:p>
        </p:txBody>
      </p:sp>
      <p:sp>
        <p:nvSpPr>
          <p:cNvPr id="24" name="Text Placeholder 23">
            <a:extLst>
              <a:ext uri="{FF2B5EF4-FFF2-40B4-BE49-F238E27FC236}">
                <a16:creationId xmlns:a16="http://schemas.microsoft.com/office/drawing/2014/main" id="{568D7422-F48C-4829-8937-7DA701F3303B}"/>
              </a:ext>
            </a:extLst>
          </p:cNvPr>
          <p:cNvSpPr>
            <a:spLocks noGrp="1"/>
          </p:cNvSpPr>
          <p:nvPr>
            <p:ph type="body" sz="quarter" idx="21"/>
          </p:nvPr>
        </p:nvSpPr>
        <p:spPr>
          <a:xfrm>
            <a:off x="4175224" y="4459860"/>
            <a:ext cx="1183179" cy="492025"/>
          </a:xfrm>
        </p:spPr>
        <p:txBody>
          <a:bodyPr/>
          <a:lstStyle/>
          <a:p>
            <a:r>
              <a:rPr lang="en-US" dirty="0"/>
              <a:t>Competitor C</a:t>
            </a:r>
          </a:p>
        </p:txBody>
      </p:sp>
      <p:sp>
        <p:nvSpPr>
          <p:cNvPr id="26" name="Text Placeholder 25">
            <a:extLst>
              <a:ext uri="{FF2B5EF4-FFF2-40B4-BE49-F238E27FC236}">
                <a16:creationId xmlns:a16="http://schemas.microsoft.com/office/drawing/2014/main" id="{2329531A-E68A-4913-9B66-062FBAC6D24D}"/>
              </a:ext>
            </a:extLst>
          </p:cNvPr>
          <p:cNvSpPr>
            <a:spLocks noGrp="1"/>
          </p:cNvSpPr>
          <p:nvPr>
            <p:ph type="body" sz="quarter" idx="23"/>
          </p:nvPr>
        </p:nvSpPr>
        <p:spPr>
          <a:xfrm>
            <a:off x="6552714" y="4321788"/>
            <a:ext cx="1183179" cy="492025"/>
          </a:xfrm>
        </p:spPr>
        <p:txBody>
          <a:bodyPr/>
          <a:lstStyle/>
          <a:p>
            <a:r>
              <a:rPr lang="en-US" dirty="0"/>
              <a:t>Competitor D</a:t>
            </a:r>
          </a:p>
        </p:txBody>
      </p:sp>
      <p:sp>
        <p:nvSpPr>
          <p:cNvPr id="6" name="Text Placeholder 5">
            <a:extLst>
              <a:ext uri="{FF2B5EF4-FFF2-40B4-BE49-F238E27FC236}">
                <a16:creationId xmlns:a16="http://schemas.microsoft.com/office/drawing/2014/main" id="{7F0BD43D-EBFD-48E7-A1D3-EB9228D4C58B}"/>
              </a:ext>
            </a:extLst>
          </p:cNvPr>
          <p:cNvSpPr>
            <a:spLocks noGrp="1"/>
          </p:cNvSpPr>
          <p:nvPr>
            <p:ph type="body" sz="quarter" idx="17"/>
          </p:nvPr>
        </p:nvSpPr>
        <p:spPr>
          <a:xfrm>
            <a:off x="5242517" y="5468790"/>
            <a:ext cx="1706965" cy="492025"/>
          </a:xfrm>
        </p:spPr>
        <p:txBody>
          <a:bodyPr>
            <a:normAutofit/>
          </a:bodyPr>
          <a:lstStyle/>
          <a:p>
            <a:r>
              <a:rPr lang="en-US" dirty="0"/>
              <a:t>Inconvenient</a:t>
            </a:r>
          </a:p>
        </p:txBody>
      </p:sp>
      <p:sp>
        <p:nvSpPr>
          <p:cNvPr id="27" name="Text Placeholder 26">
            <a:extLst>
              <a:ext uri="{FF2B5EF4-FFF2-40B4-BE49-F238E27FC236}">
                <a16:creationId xmlns:a16="http://schemas.microsoft.com/office/drawing/2014/main" id="{69ADCED5-CED8-4991-9B1E-DB7381BE7431}"/>
              </a:ext>
            </a:extLst>
          </p:cNvPr>
          <p:cNvSpPr>
            <a:spLocks noGrp="1"/>
          </p:cNvSpPr>
          <p:nvPr>
            <p:ph type="body" sz="quarter" idx="24"/>
          </p:nvPr>
        </p:nvSpPr>
        <p:spPr>
          <a:xfrm>
            <a:off x="7801857" y="5195673"/>
            <a:ext cx="1183179" cy="492025"/>
          </a:xfrm>
        </p:spPr>
        <p:txBody>
          <a:bodyPr/>
          <a:lstStyle/>
          <a:p>
            <a:r>
              <a:rPr lang="en-US" dirty="0"/>
              <a:t>Competitor E</a:t>
            </a:r>
          </a:p>
        </p:txBody>
      </p:sp>
      <p:sp>
        <p:nvSpPr>
          <p:cNvPr id="42" name="Date Placeholder 41">
            <a:extLst>
              <a:ext uri="{FF2B5EF4-FFF2-40B4-BE49-F238E27FC236}">
                <a16:creationId xmlns:a16="http://schemas.microsoft.com/office/drawing/2014/main" id="{8ADD2DBD-D314-47B1-BD25-DAF6D4437F74}"/>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2CC7E0A4-FE8E-4F7B-8370-1FA3484B6144}"/>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5CE495FC-7E0A-4342-A40D-3B65DCA780C6}"/>
              </a:ext>
            </a:extLst>
          </p:cNvPr>
          <p:cNvSpPr>
            <a:spLocks noGrp="1"/>
          </p:cNvSpPr>
          <p:nvPr>
            <p:ph type="sldNum" sz="quarter" idx="12"/>
          </p:nvPr>
        </p:nvSpPr>
        <p:spPr>
          <a:xfrm>
            <a:off x="8610600" y="6356350"/>
            <a:ext cx="2743200" cy="365125"/>
          </a:xfrm>
        </p:spPr>
        <p:txBody>
          <a:bodyPr/>
          <a:lstStyle/>
          <a:p>
            <a:fld id="{19B51A1E-902D-48AF-9020-955120F399B6}" type="slidenum">
              <a:rPr lang="en-US" smtClean="0"/>
              <a:pPr/>
              <a:t>13</a:t>
            </a:fld>
            <a:endParaRPr lang="en-US" dirty="0"/>
          </a:p>
        </p:txBody>
      </p:sp>
      <p:sp>
        <p:nvSpPr>
          <p:cNvPr id="31" name="Oval 30">
            <a:extLst>
              <a:ext uri="{FF2B5EF4-FFF2-40B4-BE49-F238E27FC236}">
                <a16:creationId xmlns:a16="http://schemas.microsoft.com/office/drawing/2014/main" id="{F116CCE2-DE5B-4D04-8780-DE09E03B8A28}"/>
              </a:ext>
              <a:ext uri="{C183D7F6-B498-43B3-948B-1728B52AA6E4}">
                <adec:decorative xmlns:adec="http://schemas.microsoft.com/office/drawing/2017/decorative" val="1"/>
              </a:ext>
            </a:extLst>
          </p:cNvPr>
          <p:cNvSpPr/>
          <p:nvPr/>
        </p:nvSpPr>
        <p:spPr>
          <a:xfrm>
            <a:off x="4291806" y="2334532"/>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1930BF4B-0565-4413-BDB0-116E9B84F127}"/>
              </a:ext>
              <a:ext uri="{C183D7F6-B498-43B3-948B-1728B52AA6E4}">
                <adec:decorative xmlns:adec="http://schemas.microsoft.com/office/drawing/2017/decorative" val="1"/>
              </a:ext>
            </a:extLst>
          </p:cNvPr>
          <p:cNvSpPr/>
          <p:nvPr/>
        </p:nvSpPr>
        <p:spPr>
          <a:xfrm>
            <a:off x="4728369" y="44211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AEC73B38-496F-4951-89EB-38E1A77E186B}"/>
              </a:ext>
              <a:ext uri="{C183D7F6-B498-43B3-948B-1728B52AA6E4}">
                <adec:decorative xmlns:adec="http://schemas.microsoft.com/office/drawing/2017/decorative" val="1"/>
              </a:ext>
            </a:extLst>
          </p:cNvPr>
          <p:cNvSpPr/>
          <p:nvPr/>
        </p:nvSpPr>
        <p:spPr>
          <a:xfrm>
            <a:off x="3164455" y="4595813"/>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8658B547-4844-4FC2-9B4E-C8A8DF4D66D8}"/>
              </a:ext>
              <a:ext uri="{C183D7F6-B498-43B3-948B-1728B52AA6E4}">
                <adec:decorative xmlns:adec="http://schemas.microsoft.com/office/drawing/2017/decorative" val="1"/>
              </a:ext>
            </a:extLst>
          </p:cNvPr>
          <p:cNvSpPr/>
          <p:nvPr/>
        </p:nvSpPr>
        <p:spPr>
          <a:xfrm>
            <a:off x="7106444" y="4288517"/>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B7890BF0-461E-41CE-AFC1-AD52C6B9549E}"/>
              </a:ext>
              <a:ext uri="{C183D7F6-B498-43B3-948B-1728B52AA6E4}">
                <adec:decorative xmlns:adec="http://schemas.microsoft.com/office/drawing/2017/decorative" val="1"/>
              </a:ext>
            </a:extLst>
          </p:cNvPr>
          <p:cNvSpPr/>
          <p:nvPr/>
        </p:nvSpPr>
        <p:spPr>
          <a:xfrm>
            <a:off x="8355806" y="51577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Graphic 61">
            <a:extLst>
              <a:ext uri="{FF2B5EF4-FFF2-40B4-BE49-F238E27FC236}">
                <a16:creationId xmlns:a16="http://schemas.microsoft.com/office/drawing/2014/main" id="{9201E1F5-4143-449F-8629-751D360010A3}"/>
              </a:ext>
              <a:ext uri="{C183D7F6-B498-43B3-948B-1728B52AA6E4}">
                <adec:decorative xmlns:adec="http://schemas.microsoft.com/office/drawing/2017/decorative" val="1"/>
              </a:ext>
            </a:extLst>
          </p:cNvPr>
          <p:cNvSpPr/>
          <p:nvPr/>
        </p:nvSpPr>
        <p:spPr>
          <a:xfrm>
            <a:off x="7597401" y="2072999"/>
            <a:ext cx="1519834" cy="1268594"/>
          </a:xfrm>
          <a:custGeom>
            <a:avLst/>
            <a:gdLst>
              <a:gd name="connsiteX0" fmla="*/ 625766 w 1590050"/>
              <a:gd name="connsiteY0" fmla="*/ 178826 h 1315433"/>
              <a:gd name="connsiteX1" fmla="*/ 284934 w 1590050"/>
              <a:gd name="connsiteY1" fmla="*/ 458195 h 1315433"/>
              <a:gd name="connsiteX2" fmla="*/ 236288 w 1590050"/>
              <a:gd name="connsiteY2" fmla="*/ 498087 h 1315433"/>
              <a:gd name="connsiteX3" fmla="*/ 70217 w 1590050"/>
              <a:gd name="connsiteY3" fmla="*/ 843983 h 1315433"/>
              <a:gd name="connsiteX4" fmla="*/ 651339 w 1590050"/>
              <a:gd name="connsiteY4" fmla="*/ 1315434 h 1315433"/>
              <a:gd name="connsiteX5" fmla="*/ 1079209 w 1590050"/>
              <a:gd name="connsiteY5" fmla="*/ 1264350 h 1315433"/>
              <a:gd name="connsiteX6" fmla="*/ 1430420 w 1590050"/>
              <a:gd name="connsiteY6" fmla="*/ 957844 h 1315433"/>
              <a:gd name="connsiteX7" fmla="*/ 1590051 w 1590050"/>
              <a:gd name="connsiteY7" fmla="*/ 536415 h 1315433"/>
              <a:gd name="connsiteX8" fmla="*/ 1277105 w 1590050"/>
              <a:gd name="connsiteY8" fmla="*/ 312883 h 1315433"/>
              <a:gd name="connsiteX9" fmla="*/ 913138 w 1590050"/>
              <a:gd name="connsiteY9" fmla="*/ 134119 h 1315433"/>
              <a:gd name="connsiteX10" fmla="*/ 536415 w 1590050"/>
              <a:gd name="connsiteY10" fmla="*/ 83035 h 1315433"/>
              <a:gd name="connsiteX11" fmla="*/ 191581 w 1590050"/>
              <a:gd name="connsiteY11" fmla="*/ 843983 h 1315433"/>
              <a:gd name="connsiteX12" fmla="*/ 146875 w 1590050"/>
              <a:gd name="connsiteY12" fmla="*/ 1149426 h 1315433"/>
              <a:gd name="connsiteX13" fmla="*/ 1245217 w 1590050"/>
              <a:gd name="connsiteY13" fmla="*/ 1289923 h 1315433"/>
              <a:gd name="connsiteX14" fmla="*/ 1519771 w 1590050"/>
              <a:gd name="connsiteY14" fmla="*/ 344834 h 1315433"/>
              <a:gd name="connsiteX15" fmla="*/ 798214 w 1590050"/>
              <a:gd name="connsiteY15" fmla="*/ 223532 h 1315433"/>
              <a:gd name="connsiteX16" fmla="*/ 0 w 1590050"/>
              <a:gd name="connsiteY16" fmla="*/ 699235 h 1315433"/>
              <a:gd name="connsiteX17" fmla="*/ 434247 w 1590050"/>
              <a:gd name="connsiteY17" fmla="*/ 1315434 h 1315433"/>
              <a:gd name="connsiteX18" fmla="*/ 1468686 w 1590050"/>
              <a:gd name="connsiteY18" fmla="*/ 1091964 h 1315433"/>
              <a:gd name="connsiteX19" fmla="*/ 1155804 w 1590050"/>
              <a:gd name="connsiteY19" fmla="*/ 0 h 1315433"/>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146875 w 1590051"/>
              <a:gd name="connsiteY12" fmla="*/ 114942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344995 w 1590051"/>
              <a:gd name="connsiteY12" fmla="*/ 101988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727997 w 1519834"/>
              <a:gd name="connsiteY15" fmla="*/ 22353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428949 w 1519834"/>
              <a:gd name="connsiteY18" fmla="*/ 939564 h 1315434"/>
              <a:gd name="connsiteX19" fmla="*/ 1085587 w 1519834"/>
              <a:gd name="connsiteY19" fmla="*/ 0 h 1315434"/>
              <a:gd name="connsiteX20" fmla="*/ 555549 w 1519834"/>
              <a:gd name="connsiteY20" fmla="*/ 178826 h 131543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64030 w 1519834"/>
              <a:gd name="connsiteY17" fmla="*/ 131543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56410 w 1519834"/>
              <a:gd name="connsiteY17" fmla="*/ 124685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95791 h 1262879"/>
              <a:gd name="connsiteX1" fmla="*/ 214717 w 1519834"/>
              <a:gd name="connsiteY1" fmla="*/ 375160 h 1262879"/>
              <a:gd name="connsiteX2" fmla="*/ 166071 w 1519834"/>
              <a:gd name="connsiteY2" fmla="*/ 415052 h 1262879"/>
              <a:gd name="connsiteX3" fmla="*/ 0 w 1519834"/>
              <a:gd name="connsiteY3" fmla="*/ 760948 h 1262879"/>
              <a:gd name="connsiteX4" fmla="*/ 741142 w 1519834"/>
              <a:gd name="connsiteY4" fmla="*/ 1262879 h 1262879"/>
              <a:gd name="connsiteX5" fmla="*/ 1008992 w 1519834"/>
              <a:gd name="connsiteY5" fmla="*/ 1181315 h 1262879"/>
              <a:gd name="connsiteX6" fmla="*/ 1253523 w 1519834"/>
              <a:gd name="connsiteY6" fmla="*/ 829089 h 1262879"/>
              <a:gd name="connsiteX7" fmla="*/ 1519834 w 1519834"/>
              <a:gd name="connsiteY7" fmla="*/ 453380 h 1262879"/>
              <a:gd name="connsiteX8" fmla="*/ 1206888 w 1519834"/>
              <a:gd name="connsiteY8" fmla="*/ 229848 h 1262879"/>
              <a:gd name="connsiteX9" fmla="*/ 842921 w 1519834"/>
              <a:gd name="connsiteY9" fmla="*/ 51084 h 1262879"/>
              <a:gd name="connsiteX10" fmla="*/ 466198 w 1519834"/>
              <a:gd name="connsiteY10" fmla="*/ 0 h 1262879"/>
              <a:gd name="connsiteX11" fmla="*/ 220424 w 1519834"/>
              <a:gd name="connsiteY11" fmla="*/ 578068 h 1262879"/>
              <a:gd name="connsiteX12" fmla="*/ 274778 w 1519834"/>
              <a:gd name="connsiteY12" fmla="*/ 936851 h 1262879"/>
              <a:gd name="connsiteX13" fmla="*/ 1175000 w 1519834"/>
              <a:gd name="connsiteY13" fmla="*/ 1206888 h 1262879"/>
              <a:gd name="connsiteX14" fmla="*/ 1449554 w 1519834"/>
              <a:gd name="connsiteY14" fmla="*/ 261799 h 1262879"/>
              <a:gd name="connsiteX15" fmla="*/ 331757 w 1519834"/>
              <a:gd name="connsiteY15" fmla="*/ 79537 h 1262879"/>
              <a:gd name="connsiteX16" fmla="*/ 105043 w 1519834"/>
              <a:gd name="connsiteY16" fmla="*/ 639060 h 1262879"/>
              <a:gd name="connsiteX17" fmla="*/ 356410 w 1519834"/>
              <a:gd name="connsiteY17" fmla="*/ 1163819 h 1262879"/>
              <a:gd name="connsiteX18" fmla="*/ 1428949 w 1519834"/>
              <a:gd name="connsiteY18" fmla="*/ 856529 h 1262879"/>
              <a:gd name="connsiteX19" fmla="*/ 1055107 w 1519834"/>
              <a:gd name="connsiteY19" fmla="*/ 61745 h 1262879"/>
              <a:gd name="connsiteX20" fmla="*/ 555549 w 1519834"/>
              <a:gd name="connsiteY20" fmla="*/ 95791 h 1262879"/>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428949 w 1519834"/>
              <a:gd name="connsiteY18" fmla="*/ 85652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203699 w 1519834"/>
              <a:gd name="connsiteY19" fmla="*/ 489226 h 1268594"/>
              <a:gd name="connsiteX20" fmla="*/ 1055107 w 1519834"/>
              <a:gd name="connsiteY20" fmla="*/ 61745 h 1268594"/>
              <a:gd name="connsiteX21" fmla="*/ 555549 w 1519834"/>
              <a:gd name="connsiteY21"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489449 w 1519834"/>
              <a:gd name="connsiteY19" fmla="*/ 641626 h 1268594"/>
              <a:gd name="connsiteX20" fmla="*/ 1055107 w 1519834"/>
              <a:gd name="connsiteY20" fmla="*/ 61745 h 1268594"/>
              <a:gd name="connsiteX21" fmla="*/ 555549 w 1519834"/>
              <a:gd name="connsiteY21" fmla="*/ 95791 h 126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9834" h="1268594">
                <a:moveTo>
                  <a:pt x="555549" y="95791"/>
                </a:moveTo>
                <a:lnTo>
                  <a:pt x="214717" y="375160"/>
                </a:lnTo>
                <a:lnTo>
                  <a:pt x="166071" y="415052"/>
                </a:lnTo>
                <a:lnTo>
                  <a:pt x="0" y="760948"/>
                </a:lnTo>
                <a:lnTo>
                  <a:pt x="741142" y="1262879"/>
                </a:lnTo>
                <a:lnTo>
                  <a:pt x="1008992" y="1181315"/>
                </a:lnTo>
                <a:lnTo>
                  <a:pt x="1253523" y="829089"/>
                </a:lnTo>
                <a:lnTo>
                  <a:pt x="1519834" y="453380"/>
                </a:lnTo>
                <a:lnTo>
                  <a:pt x="1206888" y="229848"/>
                </a:lnTo>
                <a:lnTo>
                  <a:pt x="842921" y="51084"/>
                </a:lnTo>
                <a:lnTo>
                  <a:pt x="466198" y="0"/>
                </a:lnTo>
                <a:lnTo>
                  <a:pt x="220424" y="578068"/>
                </a:lnTo>
                <a:lnTo>
                  <a:pt x="274778" y="936851"/>
                </a:lnTo>
                <a:lnTo>
                  <a:pt x="1175000" y="1206888"/>
                </a:lnTo>
                <a:lnTo>
                  <a:pt x="1449554" y="261799"/>
                </a:lnTo>
                <a:lnTo>
                  <a:pt x="331757" y="79537"/>
                </a:lnTo>
                <a:lnTo>
                  <a:pt x="105043" y="639060"/>
                </a:lnTo>
                <a:lnTo>
                  <a:pt x="489760" y="1268594"/>
                </a:lnTo>
                <a:lnTo>
                  <a:pt x="1371799" y="989879"/>
                </a:lnTo>
                <a:lnTo>
                  <a:pt x="1489449" y="641626"/>
                </a:lnTo>
                <a:lnTo>
                  <a:pt x="1055107" y="61745"/>
                </a:lnTo>
                <a:lnTo>
                  <a:pt x="555549" y="95791"/>
                </a:lnTo>
                <a:close/>
              </a:path>
            </a:pathLst>
          </a:custGeom>
          <a:noFill/>
          <a:ln w="3175" cap="flat">
            <a:solidFill>
              <a:schemeClr val="accent1">
                <a:lumMod val="75000"/>
              </a:schemeClr>
            </a:solidFill>
            <a:prstDash val="solid"/>
            <a:miter/>
          </a:ln>
        </p:spPr>
        <p:txBody>
          <a:bodyPr rtlCol="0" anchor="ctr"/>
          <a:lstStyle/>
          <a:p>
            <a:endParaRPr lang="en-US" dirty="0"/>
          </a:p>
        </p:txBody>
      </p:sp>
    </p:spTree>
    <p:extLst>
      <p:ext uri="{BB962C8B-B14F-4D97-AF65-F5344CB8AC3E}">
        <p14:creationId xmlns:p14="http://schemas.microsoft.com/office/powerpoint/2010/main" val="1417396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5920169" y="1152771"/>
            <a:ext cx="5431971" cy="846301"/>
          </a:xfrm>
        </p:spPr>
        <p:txBody>
          <a:bodyPr/>
          <a:lstStyle/>
          <a:p>
            <a:r>
              <a:rPr lang="en-US" dirty="0"/>
              <a:t>Growth strategy</a:t>
            </a:r>
          </a:p>
        </p:txBody>
      </p:sp>
      <p:sp>
        <p:nvSpPr>
          <p:cNvPr id="3" name="Content Placeholder 2">
            <a:extLst>
              <a:ext uri="{FF2B5EF4-FFF2-40B4-BE49-F238E27FC236}">
                <a16:creationId xmlns:a16="http://schemas.microsoft.com/office/drawing/2014/main" id="{9B1DDDEF-20C4-4F65-BAC9-0A763DF7E02B}"/>
              </a:ext>
            </a:extLst>
          </p:cNvPr>
          <p:cNvSpPr>
            <a:spLocks noGrp="1"/>
          </p:cNvSpPr>
          <p:nvPr>
            <p:ph type="body" sz="quarter" idx="13"/>
          </p:nvPr>
        </p:nvSpPr>
        <p:spPr>
          <a:xfrm>
            <a:off x="5922254" y="2469515"/>
            <a:ext cx="5433204" cy="365125"/>
          </a:xfrm>
        </p:spPr>
        <p:txBody>
          <a:bodyPr vert="horz" lIns="91440" tIns="45720" rIns="91440" bIns="45720" rtlCol="0" anchor="t">
            <a:normAutofit lnSpcReduction="10000"/>
          </a:bodyPr>
          <a:lstStyle/>
          <a:p>
            <a:r>
              <a:rPr lang="en-US" dirty="0"/>
              <a:t>Feb 20XX</a:t>
            </a:r>
          </a:p>
        </p:txBody>
      </p:sp>
      <p:sp>
        <p:nvSpPr>
          <p:cNvPr id="17" name="Text Placeholder 16">
            <a:extLst>
              <a:ext uri="{FF2B5EF4-FFF2-40B4-BE49-F238E27FC236}">
                <a16:creationId xmlns:a16="http://schemas.microsoft.com/office/drawing/2014/main" id="{24158E79-DA49-4521-BEC6-A7BA93C41F4C}"/>
              </a:ext>
            </a:extLst>
          </p:cNvPr>
          <p:cNvSpPr>
            <a:spLocks noGrp="1"/>
          </p:cNvSpPr>
          <p:nvPr>
            <p:ph type="body" sz="quarter" idx="15"/>
          </p:nvPr>
        </p:nvSpPr>
        <p:spPr>
          <a:xfrm>
            <a:off x="5921828" y="2798940"/>
            <a:ext cx="5431971" cy="557950"/>
          </a:xfrm>
        </p:spPr>
        <p:txBody>
          <a:bodyPr>
            <a:normAutofit/>
          </a:bodyPr>
          <a:lstStyle/>
          <a:p>
            <a:r>
              <a:rPr lang="en-US" dirty="0"/>
              <a:t>Roll out product to high profile or top-level participants to help establish the product</a:t>
            </a:r>
          </a:p>
        </p:txBody>
      </p:sp>
      <p:sp>
        <p:nvSpPr>
          <p:cNvPr id="24" name="Text Placeholder 23">
            <a:extLst>
              <a:ext uri="{FF2B5EF4-FFF2-40B4-BE49-F238E27FC236}">
                <a16:creationId xmlns:a16="http://schemas.microsoft.com/office/drawing/2014/main" id="{319E41BC-4F05-4804-843A-E1846794FBF9}"/>
              </a:ext>
            </a:extLst>
          </p:cNvPr>
          <p:cNvSpPr>
            <a:spLocks noGrp="1"/>
          </p:cNvSpPr>
          <p:nvPr>
            <p:ph type="body" sz="quarter" idx="23"/>
          </p:nvPr>
        </p:nvSpPr>
        <p:spPr>
          <a:xfrm>
            <a:off x="5922254" y="3569311"/>
            <a:ext cx="5433204" cy="365125"/>
          </a:xfrm>
        </p:spPr>
        <p:txBody>
          <a:bodyPr>
            <a:normAutofit lnSpcReduction="10000"/>
          </a:bodyPr>
          <a:lstStyle/>
          <a:p>
            <a:r>
              <a:rPr lang="en-US" dirty="0"/>
              <a:t>Mar 20XX</a:t>
            </a:r>
          </a:p>
        </p:txBody>
      </p:sp>
      <p:sp>
        <p:nvSpPr>
          <p:cNvPr id="25" name="Text Placeholder 24">
            <a:extLst>
              <a:ext uri="{FF2B5EF4-FFF2-40B4-BE49-F238E27FC236}">
                <a16:creationId xmlns:a16="http://schemas.microsoft.com/office/drawing/2014/main" id="{23BDF8B9-53DF-46F4-98D4-053D78D610B0}"/>
              </a:ext>
            </a:extLst>
          </p:cNvPr>
          <p:cNvSpPr>
            <a:spLocks noGrp="1"/>
          </p:cNvSpPr>
          <p:nvPr>
            <p:ph type="body" sz="quarter" idx="24"/>
          </p:nvPr>
        </p:nvSpPr>
        <p:spPr>
          <a:xfrm>
            <a:off x="5921828" y="3898736"/>
            <a:ext cx="5431971" cy="557950"/>
          </a:xfrm>
        </p:spPr>
        <p:txBody>
          <a:bodyPr/>
          <a:lstStyle/>
          <a:p>
            <a:r>
              <a:rPr lang="en-US" dirty="0"/>
              <a:t>Release the product to the general public and monitor press release and social media accounts</a:t>
            </a:r>
          </a:p>
        </p:txBody>
      </p:sp>
      <p:sp>
        <p:nvSpPr>
          <p:cNvPr id="26" name="Text Placeholder 25">
            <a:extLst>
              <a:ext uri="{FF2B5EF4-FFF2-40B4-BE49-F238E27FC236}">
                <a16:creationId xmlns:a16="http://schemas.microsoft.com/office/drawing/2014/main" id="{0FD0A14C-4421-4979-AF8C-F7E649A88162}"/>
              </a:ext>
            </a:extLst>
          </p:cNvPr>
          <p:cNvSpPr>
            <a:spLocks noGrp="1"/>
          </p:cNvSpPr>
          <p:nvPr>
            <p:ph type="body" sz="quarter" idx="25"/>
          </p:nvPr>
        </p:nvSpPr>
        <p:spPr>
          <a:xfrm>
            <a:off x="5922254" y="4669107"/>
            <a:ext cx="5433204" cy="365125"/>
          </a:xfrm>
        </p:spPr>
        <p:txBody>
          <a:bodyPr>
            <a:normAutofit lnSpcReduction="10000"/>
          </a:bodyPr>
          <a:lstStyle/>
          <a:p>
            <a:r>
              <a:rPr lang="en-US" dirty="0"/>
              <a:t>Oct 20XX</a:t>
            </a:r>
          </a:p>
        </p:txBody>
      </p:sp>
      <p:sp>
        <p:nvSpPr>
          <p:cNvPr id="27" name="Text Placeholder 26">
            <a:extLst>
              <a:ext uri="{FF2B5EF4-FFF2-40B4-BE49-F238E27FC236}">
                <a16:creationId xmlns:a16="http://schemas.microsoft.com/office/drawing/2014/main" id="{9C0DB469-503B-40AF-84D1-C69B085AA96F}"/>
              </a:ext>
            </a:extLst>
          </p:cNvPr>
          <p:cNvSpPr>
            <a:spLocks noGrp="1"/>
          </p:cNvSpPr>
          <p:nvPr>
            <p:ph type="body" sz="quarter" idx="26"/>
          </p:nvPr>
        </p:nvSpPr>
        <p:spPr>
          <a:xfrm>
            <a:off x="5921828" y="4998532"/>
            <a:ext cx="5431971" cy="557950"/>
          </a:xfrm>
        </p:spPr>
        <p:txBody>
          <a:bodyPr>
            <a:normAutofit/>
          </a:bodyPr>
          <a:lstStyle/>
          <a:p>
            <a:r>
              <a:rPr lang="en-US" dirty="0"/>
              <a:t>Gather feedback and adjust product design as necessary</a:t>
            </a:r>
          </a:p>
          <a:p>
            <a:endParaRPr lang="en-US" dirty="0"/>
          </a:p>
        </p:txBody>
      </p:sp>
      <p:sp>
        <p:nvSpPr>
          <p:cNvPr id="4" name="Date Placeholder 3">
            <a:extLst>
              <a:ext uri="{FF2B5EF4-FFF2-40B4-BE49-F238E27FC236}">
                <a16:creationId xmlns:a16="http://schemas.microsoft.com/office/drawing/2014/main" id="{7FDC0E0A-2715-4BF9-8659-0ED8629BA242}"/>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20E75224-81EB-4CDA-BBBE-44B4B2F3C039}"/>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BA32F697-D1D4-4B0A-B960-D1869BF8607A}"/>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14</a:t>
            </a:fld>
            <a:endParaRPr lang="en-US" dirty="0"/>
          </a:p>
        </p:txBody>
      </p:sp>
    </p:spTree>
    <p:extLst>
      <p:ext uri="{BB962C8B-B14F-4D97-AF65-F5344CB8AC3E}">
        <p14:creationId xmlns:p14="http://schemas.microsoft.com/office/powerpoint/2010/main" val="1472106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1188AF-1B8F-40DD-90B1-DC0F52BA46BA}"/>
              </a:ext>
            </a:extLst>
          </p:cNvPr>
          <p:cNvSpPr>
            <a:spLocks noGrp="1"/>
          </p:cNvSpPr>
          <p:nvPr>
            <p:ph type="title"/>
          </p:nvPr>
        </p:nvSpPr>
        <p:spPr>
          <a:xfrm>
            <a:off x="838200" y="365125"/>
            <a:ext cx="10515600" cy="1325563"/>
          </a:xfrm>
        </p:spPr>
        <p:txBody>
          <a:bodyPr lIns="0"/>
          <a:lstStyle/>
          <a:p>
            <a:r>
              <a:rPr lang="en-US" dirty="0"/>
              <a:t>TRACTION</a:t>
            </a:r>
          </a:p>
        </p:txBody>
      </p:sp>
      <p:sp>
        <p:nvSpPr>
          <p:cNvPr id="75" name="Text Placeholder 74">
            <a:extLst>
              <a:ext uri="{FF2B5EF4-FFF2-40B4-BE49-F238E27FC236}">
                <a16:creationId xmlns:a16="http://schemas.microsoft.com/office/drawing/2014/main" id="{5425916A-A2C0-45C3-9A48-E48DEB97F631}"/>
              </a:ext>
            </a:extLst>
          </p:cNvPr>
          <p:cNvSpPr>
            <a:spLocks noGrp="1"/>
          </p:cNvSpPr>
          <p:nvPr>
            <p:ph type="body" sz="quarter" idx="16"/>
          </p:nvPr>
        </p:nvSpPr>
        <p:spPr>
          <a:xfrm>
            <a:off x="748749" y="1361938"/>
            <a:ext cx="6765925" cy="496888"/>
          </a:xfrm>
        </p:spPr>
        <p:txBody>
          <a:bodyPr/>
          <a:lstStyle/>
          <a:p>
            <a:r>
              <a:rPr lang="en-US" dirty="0"/>
              <a:t>Forecasting for success</a:t>
            </a:r>
          </a:p>
        </p:txBody>
      </p:sp>
      <p:graphicFrame>
        <p:nvGraphicFramePr>
          <p:cNvPr id="53" name="Table 50">
            <a:extLst>
              <a:ext uri="{FF2B5EF4-FFF2-40B4-BE49-F238E27FC236}">
                <a16:creationId xmlns:a16="http://schemas.microsoft.com/office/drawing/2014/main" id="{7EB17215-3702-4854-86F9-086DB8BCA17E}"/>
              </a:ext>
            </a:extLst>
          </p:cNvPr>
          <p:cNvGraphicFramePr>
            <a:graphicFrameLocks noGrp="1"/>
          </p:cNvGraphicFramePr>
          <p:nvPr>
            <p:ph type="chart" sz="quarter" idx="13"/>
            <p:extLst>
              <p:ext uri="{D42A27DB-BD31-4B8C-83A1-F6EECF244321}">
                <p14:modId xmlns:p14="http://schemas.microsoft.com/office/powerpoint/2010/main" val="2246906401"/>
              </p:ext>
            </p:extLst>
          </p:nvPr>
        </p:nvGraphicFramePr>
        <p:xfrm>
          <a:off x="838200" y="2286000"/>
          <a:ext cx="6099051" cy="3503684"/>
        </p:xfrm>
        <a:graphic>
          <a:graphicData uri="http://schemas.openxmlformats.org/drawingml/2006/table">
            <a:tbl>
              <a:tblPr firstRow="1" bandRow="1">
                <a:tableStyleId>{5C22544A-7EE6-4342-B048-85BDC9FD1C3A}</a:tableStyleId>
              </a:tblPr>
              <a:tblGrid>
                <a:gridCol w="1578631">
                  <a:extLst>
                    <a:ext uri="{9D8B030D-6E8A-4147-A177-3AD203B41FA5}">
                      <a16:colId xmlns:a16="http://schemas.microsoft.com/office/drawing/2014/main" val="544038161"/>
                    </a:ext>
                  </a:extLst>
                </a:gridCol>
                <a:gridCol w="1130105">
                  <a:extLst>
                    <a:ext uri="{9D8B030D-6E8A-4147-A177-3AD203B41FA5}">
                      <a16:colId xmlns:a16="http://schemas.microsoft.com/office/drawing/2014/main" val="2284043154"/>
                    </a:ext>
                  </a:extLst>
                </a:gridCol>
                <a:gridCol w="1130105">
                  <a:extLst>
                    <a:ext uri="{9D8B030D-6E8A-4147-A177-3AD203B41FA5}">
                      <a16:colId xmlns:a16="http://schemas.microsoft.com/office/drawing/2014/main" val="2987712514"/>
                    </a:ext>
                  </a:extLst>
                </a:gridCol>
                <a:gridCol w="1130105">
                  <a:extLst>
                    <a:ext uri="{9D8B030D-6E8A-4147-A177-3AD203B41FA5}">
                      <a16:colId xmlns:a16="http://schemas.microsoft.com/office/drawing/2014/main" val="1068233346"/>
                    </a:ext>
                  </a:extLst>
                </a:gridCol>
                <a:gridCol w="1130105">
                  <a:extLst>
                    <a:ext uri="{9D8B030D-6E8A-4147-A177-3AD203B41FA5}">
                      <a16:colId xmlns:a16="http://schemas.microsoft.com/office/drawing/2014/main" val="3019130451"/>
                    </a:ext>
                  </a:extLst>
                </a:gridCol>
              </a:tblGrid>
              <a:tr h="308774">
                <a:tc>
                  <a:txBody>
                    <a:bodyPr/>
                    <a:lstStyle/>
                    <a:p>
                      <a:pPr algn="r"/>
                      <a:r>
                        <a:rPr lang="en-US" sz="1400" b="0" cap="all" spc="150" baseline="0" dirty="0">
                          <a:solidFill>
                            <a:schemeClr val="tx1">
                              <a:lumMod val="75000"/>
                              <a:lumOff val="25000"/>
                            </a:schemeClr>
                          </a:solidFill>
                          <a:latin typeface="+mj-lt"/>
                        </a:rPr>
                        <a:t>Key Metrics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723065677"/>
                  </a:ext>
                </a:extLst>
              </a:tr>
              <a:tr h="638982">
                <a:tc>
                  <a:txBody>
                    <a:bodyPr/>
                    <a:lstStyle/>
                    <a:p>
                      <a:pPr algn="ctr"/>
                      <a:endParaRPr lang="en-US" sz="1200" dirty="0">
                        <a:solidFill>
                          <a:schemeClr val="tx1">
                            <a:lumMod val="75000"/>
                            <a:lumOff val="25000"/>
                          </a:schemeClr>
                        </a:solidFill>
                      </a:endParaRPr>
                    </a:p>
                  </a:txBody>
                  <a:tcPr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Clients</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Orders</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Gross revenue</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Net revenue</a:t>
                      </a:r>
                      <a:endParaRPr lang="ru-RU" sz="1200" kern="120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9137574"/>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1100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$7,000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7742485"/>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20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200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$20,000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$16,000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860975"/>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30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300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$30,000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$25,000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121222"/>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40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400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$40,000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$30,000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123171"/>
                  </a:ext>
                </a:extLst>
              </a:tr>
            </a:tbl>
          </a:graphicData>
        </a:graphic>
      </p:graphicFrame>
      <p:sp>
        <p:nvSpPr>
          <p:cNvPr id="9" name="Text Placeholder 8">
            <a:extLst>
              <a:ext uri="{FF2B5EF4-FFF2-40B4-BE49-F238E27FC236}">
                <a16:creationId xmlns:a16="http://schemas.microsoft.com/office/drawing/2014/main" id="{C54CD4A7-4E1A-4902-993B-81A396A3670C}"/>
              </a:ext>
            </a:extLst>
          </p:cNvPr>
          <p:cNvSpPr>
            <a:spLocks noGrp="1"/>
          </p:cNvSpPr>
          <p:nvPr>
            <p:ph type="body" sz="quarter" idx="14"/>
          </p:nvPr>
        </p:nvSpPr>
        <p:spPr>
          <a:xfrm>
            <a:off x="7858125" y="2284624"/>
            <a:ext cx="3147332" cy="306388"/>
          </a:xfrm>
        </p:spPr>
        <p:txBody>
          <a:bodyPr>
            <a:normAutofit/>
          </a:bodyPr>
          <a:lstStyle/>
          <a:p>
            <a:r>
              <a:rPr lang="en-US" dirty="0"/>
              <a:t>REVENUE BY YEAR</a:t>
            </a:r>
          </a:p>
        </p:txBody>
      </p:sp>
      <p:graphicFrame>
        <p:nvGraphicFramePr>
          <p:cNvPr id="34" name="Content Placeholder 13" descr="Chart">
            <a:extLst>
              <a:ext uri="{FF2B5EF4-FFF2-40B4-BE49-F238E27FC236}">
                <a16:creationId xmlns:a16="http://schemas.microsoft.com/office/drawing/2014/main" id="{9E19FFD2-695D-4BD0-AA46-41C8970D76E2}"/>
              </a:ext>
            </a:extLst>
          </p:cNvPr>
          <p:cNvGraphicFramePr>
            <a:graphicFrameLocks noGrp="1"/>
          </p:cNvGraphicFramePr>
          <p:nvPr>
            <p:ph sz="quarter" idx="15"/>
            <p:extLst>
              <p:ext uri="{D42A27DB-BD31-4B8C-83A1-F6EECF244321}">
                <p14:modId xmlns:p14="http://schemas.microsoft.com/office/powerpoint/2010/main" val="2173192865"/>
              </p:ext>
            </p:extLst>
          </p:nvPr>
        </p:nvGraphicFramePr>
        <p:xfrm>
          <a:off x="7858125" y="2779713"/>
          <a:ext cx="3148013" cy="3095625"/>
        </p:xfrm>
        <a:graphic>
          <a:graphicData uri="http://schemas.openxmlformats.org/drawingml/2006/chart">
            <c:chart xmlns:c="http://schemas.openxmlformats.org/drawingml/2006/chart" xmlns:r="http://schemas.openxmlformats.org/officeDocument/2006/relationships" r:id="rId2"/>
          </a:graphicData>
        </a:graphic>
      </p:graphicFrame>
      <p:sp>
        <p:nvSpPr>
          <p:cNvPr id="2" name="Date Placeholder 1">
            <a:extLst>
              <a:ext uri="{FF2B5EF4-FFF2-40B4-BE49-F238E27FC236}">
                <a16:creationId xmlns:a16="http://schemas.microsoft.com/office/drawing/2014/main" id="{402600B4-5BE8-447C-8531-6CD75CB45735}"/>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217076FA-2B16-4A6F-9631-8D175CE7886C}"/>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15</a:t>
            </a:fld>
            <a:endParaRPr lang="en-US" dirty="0"/>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871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4294-49A0-4C63-A7D7-E3BF9E591F59}"/>
              </a:ext>
            </a:extLst>
          </p:cNvPr>
          <p:cNvSpPr>
            <a:spLocks noGrp="1"/>
          </p:cNvSpPr>
          <p:nvPr>
            <p:ph type="title"/>
          </p:nvPr>
        </p:nvSpPr>
        <p:spPr>
          <a:xfrm>
            <a:off x="838200" y="365125"/>
            <a:ext cx="10515600" cy="1325563"/>
          </a:xfrm>
        </p:spPr>
        <p:txBody>
          <a:bodyPr/>
          <a:lstStyle/>
          <a:p>
            <a:r>
              <a:rPr lang="en-US" dirty="0"/>
              <a:t>TWO-YEAR ACTION PLAN</a:t>
            </a:r>
          </a:p>
        </p:txBody>
      </p:sp>
      <p:sp>
        <p:nvSpPr>
          <p:cNvPr id="110" name="Text Placeholder 31">
            <a:extLst>
              <a:ext uri="{FF2B5EF4-FFF2-40B4-BE49-F238E27FC236}">
                <a16:creationId xmlns:a16="http://schemas.microsoft.com/office/drawing/2014/main" id="{2FF506C9-7C92-4B9C-A356-9B519D03C78D}"/>
              </a:ext>
            </a:extLst>
          </p:cNvPr>
          <p:cNvSpPr txBox="1">
            <a:spLocks/>
          </p:cNvSpPr>
          <p:nvPr/>
        </p:nvSpPr>
        <p:spPr>
          <a:xfrm>
            <a:off x="2042184" y="2220913"/>
            <a:ext cx="2057400"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DRAFT BLUEPRINTS</a:t>
            </a:r>
            <a:endParaRPr lang="en-US" sz="1100" dirty="0"/>
          </a:p>
        </p:txBody>
      </p:sp>
      <p:sp>
        <p:nvSpPr>
          <p:cNvPr id="52" name="Text Placeholder 31">
            <a:extLst>
              <a:ext uri="{FF2B5EF4-FFF2-40B4-BE49-F238E27FC236}">
                <a16:creationId xmlns:a16="http://schemas.microsoft.com/office/drawing/2014/main" id="{EFC30FAC-E9E5-427E-B670-7978BE575652}"/>
              </a:ext>
            </a:extLst>
          </p:cNvPr>
          <p:cNvSpPr txBox="1">
            <a:spLocks/>
          </p:cNvSpPr>
          <p:nvPr/>
        </p:nvSpPr>
        <p:spPr>
          <a:xfrm>
            <a:off x="5190031" y="2218613"/>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GATHER FEEDBACK</a:t>
            </a:r>
            <a:endParaRPr lang="en-US" sz="1100" dirty="0"/>
          </a:p>
        </p:txBody>
      </p:sp>
      <p:sp>
        <p:nvSpPr>
          <p:cNvPr id="54" name="Text Placeholder 31">
            <a:extLst>
              <a:ext uri="{FF2B5EF4-FFF2-40B4-BE49-F238E27FC236}">
                <a16:creationId xmlns:a16="http://schemas.microsoft.com/office/drawing/2014/main" id="{E0CD2DAB-9E42-4D11-A98D-56ECD20DBC7E}"/>
              </a:ext>
            </a:extLst>
          </p:cNvPr>
          <p:cNvSpPr txBox="1">
            <a:spLocks/>
          </p:cNvSpPr>
          <p:nvPr/>
        </p:nvSpPr>
        <p:spPr>
          <a:xfrm>
            <a:off x="9121117" y="2222398"/>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DELIVER TO CLIENT</a:t>
            </a:r>
            <a:endParaRPr lang="en-US" sz="1100" dirty="0"/>
          </a:p>
        </p:txBody>
      </p:sp>
      <p:sp>
        <p:nvSpPr>
          <p:cNvPr id="6" name="Text Placeholder 5">
            <a:extLst>
              <a:ext uri="{FF2B5EF4-FFF2-40B4-BE49-F238E27FC236}">
                <a16:creationId xmlns:a16="http://schemas.microsoft.com/office/drawing/2014/main" id="{A6861FF3-B902-4DEC-B46D-0F2E499C51CF}"/>
              </a:ext>
            </a:extLst>
          </p:cNvPr>
          <p:cNvSpPr>
            <a:spLocks noGrp="1"/>
          </p:cNvSpPr>
          <p:nvPr>
            <p:ph type="body" sz="quarter" idx="33"/>
          </p:nvPr>
        </p:nvSpPr>
        <p:spPr>
          <a:xfrm>
            <a:off x="914399" y="3354712"/>
            <a:ext cx="731520" cy="457200"/>
          </a:xfrm>
        </p:spPr>
        <p:txBody>
          <a:bodyPr>
            <a:normAutofit/>
          </a:bodyPr>
          <a:lstStyle/>
          <a:p>
            <a:r>
              <a:rPr lang="en-US" dirty="0"/>
              <a:t>20XX</a:t>
            </a:r>
          </a:p>
        </p:txBody>
      </p:sp>
      <p:sp>
        <p:nvSpPr>
          <p:cNvPr id="7" name="Text Placeholder 6">
            <a:extLst>
              <a:ext uri="{FF2B5EF4-FFF2-40B4-BE49-F238E27FC236}">
                <a16:creationId xmlns:a16="http://schemas.microsoft.com/office/drawing/2014/main" id="{05941AA2-C85B-41A7-9264-A0C66F32930C}"/>
              </a:ext>
            </a:extLst>
          </p:cNvPr>
          <p:cNvSpPr>
            <a:spLocks noGrp="1"/>
          </p:cNvSpPr>
          <p:nvPr>
            <p:ph type="body" sz="quarter" idx="34"/>
          </p:nvPr>
        </p:nvSpPr>
        <p:spPr>
          <a:xfrm>
            <a:off x="1965960" y="3502152"/>
            <a:ext cx="640080" cy="201776"/>
          </a:xfrm>
        </p:spPr>
        <p:txBody>
          <a:bodyPr>
            <a:normAutofit fontScale="85000" lnSpcReduction="20000"/>
          </a:bodyPr>
          <a:lstStyle/>
          <a:p>
            <a:r>
              <a:rPr lang="en-US" dirty="0"/>
              <a:t>JAN</a:t>
            </a:r>
          </a:p>
        </p:txBody>
      </p:sp>
      <p:sp>
        <p:nvSpPr>
          <p:cNvPr id="8" name="Text Placeholder 7">
            <a:extLst>
              <a:ext uri="{FF2B5EF4-FFF2-40B4-BE49-F238E27FC236}">
                <a16:creationId xmlns:a16="http://schemas.microsoft.com/office/drawing/2014/main" id="{2C4BD3D3-C7A9-46F1-8ED8-AB8D1BB89262}"/>
              </a:ext>
            </a:extLst>
          </p:cNvPr>
          <p:cNvSpPr>
            <a:spLocks noGrp="1"/>
          </p:cNvSpPr>
          <p:nvPr>
            <p:ph type="body" sz="quarter" idx="35"/>
          </p:nvPr>
        </p:nvSpPr>
        <p:spPr>
          <a:xfrm>
            <a:off x="2753880" y="3502152"/>
            <a:ext cx="640080" cy="201776"/>
          </a:xfrm>
        </p:spPr>
        <p:txBody>
          <a:bodyPr>
            <a:normAutofit fontScale="85000" lnSpcReduction="20000"/>
          </a:bodyPr>
          <a:lstStyle/>
          <a:p>
            <a:r>
              <a:rPr lang="en-US" dirty="0"/>
              <a:t>FEB</a:t>
            </a:r>
          </a:p>
        </p:txBody>
      </p:sp>
      <p:sp>
        <p:nvSpPr>
          <p:cNvPr id="9" name="Text Placeholder 8">
            <a:extLst>
              <a:ext uri="{FF2B5EF4-FFF2-40B4-BE49-F238E27FC236}">
                <a16:creationId xmlns:a16="http://schemas.microsoft.com/office/drawing/2014/main" id="{873EDDDB-6509-4407-BA35-232AAF9F198D}"/>
              </a:ext>
            </a:extLst>
          </p:cNvPr>
          <p:cNvSpPr>
            <a:spLocks noGrp="1"/>
          </p:cNvSpPr>
          <p:nvPr>
            <p:ph type="body" sz="quarter" idx="36"/>
          </p:nvPr>
        </p:nvSpPr>
        <p:spPr>
          <a:xfrm>
            <a:off x="3541800" y="3502152"/>
            <a:ext cx="640080" cy="201776"/>
          </a:xfrm>
        </p:spPr>
        <p:txBody>
          <a:bodyPr>
            <a:normAutofit fontScale="85000" lnSpcReduction="20000"/>
          </a:bodyPr>
          <a:lstStyle/>
          <a:p>
            <a:r>
              <a:rPr lang="en-US" dirty="0"/>
              <a:t>MAR</a:t>
            </a:r>
          </a:p>
        </p:txBody>
      </p:sp>
      <p:sp>
        <p:nvSpPr>
          <p:cNvPr id="10" name="Text Placeholder 9">
            <a:extLst>
              <a:ext uri="{FF2B5EF4-FFF2-40B4-BE49-F238E27FC236}">
                <a16:creationId xmlns:a16="http://schemas.microsoft.com/office/drawing/2014/main" id="{A33A061F-AC2A-4E3F-B448-DC6FEC307A53}"/>
              </a:ext>
            </a:extLst>
          </p:cNvPr>
          <p:cNvSpPr>
            <a:spLocks noGrp="1"/>
          </p:cNvSpPr>
          <p:nvPr>
            <p:ph type="body" sz="quarter" idx="37"/>
          </p:nvPr>
        </p:nvSpPr>
        <p:spPr>
          <a:xfrm>
            <a:off x="4329720" y="3502152"/>
            <a:ext cx="640080" cy="201776"/>
          </a:xfrm>
        </p:spPr>
        <p:txBody>
          <a:bodyPr>
            <a:normAutofit fontScale="85000" lnSpcReduction="20000"/>
          </a:bodyPr>
          <a:lstStyle/>
          <a:p>
            <a:r>
              <a:rPr lang="en-US" dirty="0"/>
              <a:t>APR</a:t>
            </a:r>
          </a:p>
        </p:txBody>
      </p:sp>
      <p:sp>
        <p:nvSpPr>
          <p:cNvPr id="12" name="Text Placeholder 11">
            <a:extLst>
              <a:ext uri="{FF2B5EF4-FFF2-40B4-BE49-F238E27FC236}">
                <a16:creationId xmlns:a16="http://schemas.microsoft.com/office/drawing/2014/main" id="{FAC81818-8260-4E49-9FCC-569FDE30B0B1}"/>
              </a:ext>
            </a:extLst>
          </p:cNvPr>
          <p:cNvSpPr>
            <a:spLocks noGrp="1"/>
          </p:cNvSpPr>
          <p:nvPr>
            <p:ph type="body" sz="quarter" idx="39"/>
          </p:nvPr>
        </p:nvSpPr>
        <p:spPr>
          <a:xfrm>
            <a:off x="5117640" y="3502152"/>
            <a:ext cx="640080" cy="201776"/>
          </a:xfrm>
        </p:spPr>
        <p:txBody>
          <a:bodyPr>
            <a:normAutofit fontScale="85000" lnSpcReduction="20000"/>
          </a:bodyPr>
          <a:lstStyle/>
          <a:p>
            <a:r>
              <a:rPr lang="en-US" dirty="0"/>
              <a:t>MAY</a:t>
            </a:r>
          </a:p>
        </p:txBody>
      </p:sp>
      <p:sp>
        <p:nvSpPr>
          <p:cNvPr id="13" name="Text Placeholder 12">
            <a:extLst>
              <a:ext uri="{FF2B5EF4-FFF2-40B4-BE49-F238E27FC236}">
                <a16:creationId xmlns:a16="http://schemas.microsoft.com/office/drawing/2014/main" id="{D1FD068B-6917-4C40-B40D-5F7B670EA7BE}"/>
              </a:ext>
            </a:extLst>
          </p:cNvPr>
          <p:cNvSpPr>
            <a:spLocks noGrp="1"/>
          </p:cNvSpPr>
          <p:nvPr>
            <p:ph type="body" sz="quarter" idx="40"/>
          </p:nvPr>
        </p:nvSpPr>
        <p:spPr>
          <a:xfrm>
            <a:off x="5905560" y="3502152"/>
            <a:ext cx="640080" cy="201776"/>
          </a:xfrm>
        </p:spPr>
        <p:txBody>
          <a:bodyPr>
            <a:normAutofit fontScale="85000" lnSpcReduction="20000"/>
          </a:bodyPr>
          <a:lstStyle/>
          <a:p>
            <a:r>
              <a:rPr lang="en-US" dirty="0"/>
              <a:t>JUN</a:t>
            </a:r>
          </a:p>
        </p:txBody>
      </p:sp>
      <p:sp>
        <p:nvSpPr>
          <p:cNvPr id="14" name="Text Placeholder 13">
            <a:extLst>
              <a:ext uri="{FF2B5EF4-FFF2-40B4-BE49-F238E27FC236}">
                <a16:creationId xmlns:a16="http://schemas.microsoft.com/office/drawing/2014/main" id="{EEAE71AD-30AF-4021-B577-B686EC6DA329}"/>
              </a:ext>
            </a:extLst>
          </p:cNvPr>
          <p:cNvSpPr>
            <a:spLocks noGrp="1"/>
          </p:cNvSpPr>
          <p:nvPr>
            <p:ph type="body" sz="quarter" idx="41"/>
          </p:nvPr>
        </p:nvSpPr>
        <p:spPr>
          <a:xfrm>
            <a:off x="6693480" y="3502152"/>
            <a:ext cx="640080" cy="201776"/>
          </a:xfrm>
        </p:spPr>
        <p:txBody>
          <a:bodyPr>
            <a:normAutofit fontScale="85000" lnSpcReduction="20000"/>
          </a:bodyPr>
          <a:lstStyle/>
          <a:p>
            <a:r>
              <a:rPr lang="en-US" dirty="0"/>
              <a:t>JUL</a:t>
            </a:r>
          </a:p>
        </p:txBody>
      </p:sp>
      <p:sp>
        <p:nvSpPr>
          <p:cNvPr id="16" name="Text Placeholder 15">
            <a:extLst>
              <a:ext uri="{FF2B5EF4-FFF2-40B4-BE49-F238E27FC236}">
                <a16:creationId xmlns:a16="http://schemas.microsoft.com/office/drawing/2014/main" id="{D8E5FFBE-125E-43C8-A66E-DE8D2FE7AF38}"/>
              </a:ext>
            </a:extLst>
          </p:cNvPr>
          <p:cNvSpPr>
            <a:spLocks noGrp="1"/>
          </p:cNvSpPr>
          <p:nvPr>
            <p:ph type="body" sz="quarter" idx="43"/>
          </p:nvPr>
        </p:nvSpPr>
        <p:spPr>
          <a:xfrm>
            <a:off x="7481400" y="3502152"/>
            <a:ext cx="640080" cy="201776"/>
          </a:xfrm>
        </p:spPr>
        <p:txBody>
          <a:bodyPr>
            <a:normAutofit fontScale="85000" lnSpcReduction="20000"/>
          </a:bodyPr>
          <a:lstStyle/>
          <a:p>
            <a:r>
              <a:rPr lang="en-US" dirty="0"/>
              <a:t>AUG</a:t>
            </a:r>
          </a:p>
        </p:txBody>
      </p:sp>
      <p:sp>
        <p:nvSpPr>
          <p:cNvPr id="17" name="Text Placeholder 16">
            <a:extLst>
              <a:ext uri="{FF2B5EF4-FFF2-40B4-BE49-F238E27FC236}">
                <a16:creationId xmlns:a16="http://schemas.microsoft.com/office/drawing/2014/main" id="{7209F81D-5EC6-4D97-B0C2-AC00081AB1A7}"/>
              </a:ext>
            </a:extLst>
          </p:cNvPr>
          <p:cNvSpPr>
            <a:spLocks noGrp="1"/>
          </p:cNvSpPr>
          <p:nvPr>
            <p:ph type="body" sz="quarter" idx="44"/>
          </p:nvPr>
        </p:nvSpPr>
        <p:spPr>
          <a:xfrm>
            <a:off x="8269320" y="3502152"/>
            <a:ext cx="640080" cy="201776"/>
          </a:xfrm>
        </p:spPr>
        <p:txBody>
          <a:bodyPr>
            <a:normAutofit fontScale="85000" lnSpcReduction="20000"/>
          </a:bodyPr>
          <a:lstStyle/>
          <a:p>
            <a:r>
              <a:rPr lang="en-US" dirty="0"/>
              <a:t>SEP</a:t>
            </a:r>
          </a:p>
        </p:txBody>
      </p:sp>
      <p:sp>
        <p:nvSpPr>
          <p:cNvPr id="15" name="Text Placeholder 14">
            <a:extLst>
              <a:ext uri="{FF2B5EF4-FFF2-40B4-BE49-F238E27FC236}">
                <a16:creationId xmlns:a16="http://schemas.microsoft.com/office/drawing/2014/main" id="{4A477EE3-A17C-4158-91E8-03A401BE96CB}"/>
              </a:ext>
            </a:extLst>
          </p:cNvPr>
          <p:cNvSpPr>
            <a:spLocks noGrp="1"/>
          </p:cNvSpPr>
          <p:nvPr>
            <p:ph type="body" sz="quarter" idx="42"/>
          </p:nvPr>
        </p:nvSpPr>
        <p:spPr>
          <a:xfrm>
            <a:off x="9057240" y="3502152"/>
            <a:ext cx="640080" cy="201776"/>
          </a:xfrm>
        </p:spPr>
        <p:txBody>
          <a:bodyPr>
            <a:normAutofit fontScale="85000" lnSpcReduction="20000"/>
          </a:bodyPr>
          <a:lstStyle/>
          <a:p>
            <a:r>
              <a:rPr lang="en-US" dirty="0"/>
              <a:t>OCT</a:t>
            </a:r>
          </a:p>
        </p:txBody>
      </p:sp>
      <p:sp>
        <p:nvSpPr>
          <p:cNvPr id="18" name="Text Placeholder 17">
            <a:extLst>
              <a:ext uri="{FF2B5EF4-FFF2-40B4-BE49-F238E27FC236}">
                <a16:creationId xmlns:a16="http://schemas.microsoft.com/office/drawing/2014/main" id="{C477818B-3CAB-4A39-939D-99E98D2EE682}"/>
              </a:ext>
            </a:extLst>
          </p:cNvPr>
          <p:cNvSpPr>
            <a:spLocks noGrp="1"/>
          </p:cNvSpPr>
          <p:nvPr>
            <p:ph type="body" sz="quarter" idx="45"/>
          </p:nvPr>
        </p:nvSpPr>
        <p:spPr>
          <a:xfrm>
            <a:off x="9845160" y="3502152"/>
            <a:ext cx="640080" cy="201776"/>
          </a:xfrm>
        </p:spPr>
        <p:txBody>
          <a:bodyPr>
            <a:normAutofit fontScale="85000" lnSpcReduction="20000"/>
          </a:bodyPr>
          <a:lstStyle/>
          <a:p>
            <a:r>
              <a:rPr lang="en-US" dirty="0"/>
              <a:t>NOV</a:t>
            </a:r>
          </a:p>
        </p:txBody>
      </p:sp>
      <p:sp>
        <p:nvSpPr>
          <p:cNvPr id="19" name="Text Placeholder 18">
            <a:extLst>
              <a:ext uri="{FF2B5EF4-FFF2-40B4-BE49-F238E27FC236}">
                <a16:creationId xmlns:a16="http://schemas.microsoft.com/office/drawing/2014/main" id="{A7907FC8-DAAF-4896-A2B1-C173BF2FAE69}"/>
              </a:ext>
            </a:extLst>
          </p:cNvPr>
          <p:cNvSpPr>
            <a:spLocks noGrp="1"/>
          </p:cNvSpPr>
          <p:nvPr>
            <p:ph type="body" sz="quarter" idx="46"/>
          </p:nvPr>
        </p:nvSpPr>
        <p:spPr>
          <a:xfrm>
            <a:off x="10633085" y="3502152"/>
            <a:ext cx="640080" cy="201776"/>
          </a:xfrm>
        </p:spPr>
        <p:txBody>
          <a:bodyPr>
            <a:normAutofit fontScale="85000" lnSpcReduction="20000"/>
          </a:bodyPr>
          <a:lstStyle/>
          <a:p>
            <a:r>
              <a:rPr lang="en-US" dirty="0"/>
              <a:t>DEC</a:t>
            </a:r>
          </a:p>
        </p:txBody>
      </p:sp>
      <p:sp>
        <p:nvSpPr>
          <p:cNvPr id="11" name="Year">
            <a:extLst>
              <a:ext uri="{FF2B5EF4-FFF2-40B4-BE49-F238E27FC236}">
                <a16:creationId xmlns:a16="http://schemas.microsoft.com/office/drawing/2014/main" id="{44D29552-2F85-4F4F-9B7F-B79798681FB6}"/>
              </a:ext>
            </a:extLst>
          </p:cNvPr>
          <p:cNvSpPr>
            <a:spLocks noGrp="1"/>
          </p:cNvSpPr>
          <p:nvPr>
            <p:ph type="body" sz="quarter" idx="38"/>
          </p:nvPr>
        </p:nvSpPr>
        <p:spPr>
          <a:xfrm>
            <a:off x="914400" y="4292468"/>
            <a:ext cx="731520" cy="457200"/>
          </a:xfrm>
        </p:spPr>
        <p:txBody>
          <a:bodyPr>
            <a:normAutofit/>
          </a:bodyPr>
          <a:lstStyle/>
          <a:p>
            <a:r>
              <a:rPr lang="en-US" dirty="0"/>
              <a:t>20XX</a:t>
            </a:r>
          </a:p>
        </p:txBody>
      </p:sp>
      <p:sp>
        <p:nvSpPr>
          <p:cNvPr id="20" name="Text Placeholder 19">
            <a:extLst>
              <a:ext uri="{FF2B5EF4-FFF2-40B4-BE49-F238E27FC236}">
                <a16:creationId xmlns:a16="http://schemas.microsoft.com/office/drawing/2014/main" id="{FEC65619-A68A-4D21-9D17-40F8692EF196}"/>
              </a:ext>
            </a:extLst>
          </p:cNvPr>
          <p:cNvSpPr>
            <a:spLocks noGrp="1"/>
          </p:cNvSpPr>
          <p:nvPr>
            <p:ph type="body" sz="quarter" idx="47"/>
          </p:nvPr>
        </p:nvSpPr>
        <p:spPr>
          <a:xfrm>
            <a:off x="1969915" y="4425696"/>
            <a:ext cx="640080" cy="201776"/>
          </a:xfrm>
        </p:spPr>
        <p:txBody>
          <a:bodyPr>
            <a:normAutofit fontScale="85000" lnSpcReduction="20000"/>
          </a:bodyPr>
          <a:lstStyle/>
          <a:p>
            <a:r>
              <a:rPr lang="en-US" dirty="0"/>
              <a:t>JAN</a:t>
            </a:r>
          </a:p>
        </p:txBody>
      </p:sp>
      <p:sp>
        <p:nvSpPr>
          <p:cNvPr id="21" name="Text Placeholder 20">
            <a:extLst>
              <a:ext uri="{FF2B5EF4-FFF2-40B4-BE49-F238E27FC236}">
                <a16:creationId xmlns:a16="http://schemas.microsoft.com/office/drawing/2014/main" id="{D9C4CCA5-A2BE-4897-994D-9B1669D69FD3}"/>
              </a:ext>
            </a:extLst>
          </p:cNvPr>
          <p:cNvSpPr>
            <a:spLocks noGrp="1"/>
          </p:cNvSpPr>
          <p:nvPr>
            <p:ph type="body" sz="quarter" idx="48"/>
          </p:nvPr>
        </p:nvSpPr>
        <p:spPr>
          <a:xfrm>
            <a:off x="2757602" y="4425696"/>
            <a:ext cx="640080" cy="201776"/>
          </a:xfrm>
        </p:spPr>
        <p:txBody>
          <a:bodyPr>
            <a:normAutofit fontScale="85000" lnSpcReduction="20000"/>
          </a:bodyPr>
          <a:lstStyle/>
          <a:p>
            <a:r>
              <a:rPr lang="en-US" dirty="0"/>
              <a:t>FEB</a:t>
            </a:r>
          </a:p>
        </p:txBody>
      </p:sp>
      <p:sp>
        <p:nvSpPr>
          <p:cNvPr id="22" name="Text Placeholder 21">
            <a:extLst>
              <a:ext uri="{FF2B5EF4-FFF2-40B4-BE49-F238E27FC236}">
                <a16:creationId xmlns:a16="http://schemas.microsoft.com/office/drawing/2014/main" id="{0C5FD452-DC3E-4D62-B19B-0A79E604A8A8}"/>
              </a:ext>
            </a:extLst>
          </p:cNvPr>
          <p:cNvSpPr>
            <a:spLocks noGrp="1"/>
          </p:cNvSpPr>
          <p:nvPr>
            <p:ph type="body" sz="quarter" idx="49"/>
          </p:nvPr>
        </p:nvSpPr>
        <p:spPr>
          <a:xfrm>
            <a:off x="3545289" y="4425696"/>
            <a:ext cx="640080" cy="201776"/>
          </a:xfrm>
        </p:spPr>
        <p:txBody>
          <a:bodyPr>
            <a:normAutofit fontScale="85000" lnSpcReduction="20000"/>
          </a:bodyPr>
          <a:lstStyle/>
          <a:p>
            <a:r>
              <a:rPr lang="en-US" dirty="0"/>
              <a:t>MAR</a:t>
            </a:r>
          </a:p>
        </p:txBody>
      </p:sp>
      <p:sp>
        <p:nvSpPr>
          <p:cNvPr id="23" name="Text Placeholder 22">
            <a:extLst>
              <a:ext uri="{FF2B5EF4-FFF2-40B4-BE49-F238E27FC236}">
                <a16:creationId xmlns:a16="http://schemas.microsoft.com/office/drawing/2014/main" id="{96D290B2-F312-4D9A-96C7-D40523406AC5}"/>
              </a:ext>
            </a:extLst>
          </p:cNvPr>
          <p:cNvSpPr>
            <a:spLocks noGrp="1"/>
          </p:cNvSpPr>
          <p:nvPr>
            <p:ph type="body" sz="quarter" idx="50"/>
          </p:nvPr>
        </p:nvSpPr>
        <p:spPr>
          <a:xfrm>
            <a:off x="4332976" y="4425696"/>
            <a:ext cx="640080" cy="201776"/>
          </a:xfrm>
        </p:spPr>
        <p:txBody>
          <a:bodyPr>
            <a:normAutofit fontScale="85000" lnSpcReduction="20000"/>
          </a:bodyPr>
          <a:lstStyle/>
          <a:p>
            <a:r>
              <a:rPr lang="en-US" dirty="0"/>
              <a:t>APR</a:t>
            </a:r>
          </a:p>
        </p:txBody>
      </p:sp>
      <p:sp>
        <p:nvSpPr>
          <p:cNvPr id="24" name="Text Placeholder 23">
            <a:extLst>
              <a:ext uri="{FF2B5EF4-FFF2-40B4-BE49-F238E27FC236}">
                <a16:creationId xmlns:a16="http://schemas.microsoft.com/office/drawing/2014/main" id="{80E52477-0BA9-471B-B2C2-F1A03FCF188F}"/>
              </a:ext>
            </a:extLst>
          </p:cNvPr>
          <p:cNvSpPr>
            <a:spLocks noGrp="1"/>
          </p:cNvSpPr>
          <p:nvPr>
            <p:ph type="body" sz="quarter" idx="51"/>
          </p:nvPr>
        </p:nvSpPr>
        <p:spPr>
          <a:xfrm>
            <a:off x="5120663" y="4425696"/>
            <a:ext cx="640080" cy="201776"/>
          </a:xfrm>
        </p:spPr>
        <p:txBody>
          <a:bodyPr>
            <a:normAutofit fontScale="85000" lnSpcReduction="20000"/>
          </a:bodyPr>
          <a:lstStyle/>
          <a:p>
            <a:r>
              <a:rPr lang="en-US" dirty="0"/>
              <a:t>MAY</a:t>
            </a:r>
          </a:p>
        </p:txBody>
      </p:sp>
      <p:sp>
        <p:nvSpPr>
          <p:cNvPr id="25" name="Text Placeholder 24">
            <a:extLst>
              <a:ext uri="{FF2B5EF4-FFF2-40B4-BE49-F238E27FC236}">
                <a16:creationId xmlns:a16="http://schemas.microsoft.com/office/drawing/2014/main" id="{70D1D022-03FA-47E6-8430-252C6D5B4C4E}"/>
              </a:ext>
            </a:extLst>
          </p:cNvPr>
          <p:cNvSpPr>
            <a:spLocks noGrp="1"/>
          </p:cNvSpPr>
          <p:nvPr>
            <p:ph type="body" sz="quarter" idx="52"/>
          </p:nvPr>
        </p:nvSpPr>
        <p:spPr>
          <a:xfrm>
            <a:off x="5908350" y="4425696"/>
            <a:ext cx="640080" cy="201776"/>
          </a:xfrm>
        </p:spPr>
        <p:txBody>
          <a:bodyPr>
            <a:normAutofit fontScale="85000" lnSpcReduction="20000"/>
          </a:bodyPr>
          <a:lstStyle/>
          <a:p>
            <a:r>
              <a:rPr lang="en-US" dirty="0"/>
              <a:t>JUN</a:t>
            </a:r>
          </a:p>
        </p:txBody>
      </p:sp>
      <p:sp>
        <p:nvSpPr>
          <p:cNvPr id="26" name="Text Placeholder 25">
            <a:extLst>
              <a:ext uri="{FF2B5EF4-FFF2-40B4-BE49-F238E27FC236}">
                <a16:creationId xmlns:a16="http://schemas.microsoft.com/office/drawing/2014/main" id="{FA7483FC-7290-41B1-B371-ECA1174519DE}"/>
              </a:ext>
            </a:extLst>
          </p:cNvPr>
          <p:cNvSpPr>
            <a:spLocks noGrp="1"/>
          </p:cNvSpPr>
          <p:nvPr>
            <p:ph type="body" sz="quarter" idx="53"/>
          </p:nvPr>
        </p:nvSpPr>
        <p:spPr>
          <a:xfrm>
            <a:off x="6696037" y="4425696"/>
            <a:ext cx="640080" cy="201776"/>
          </a:xfrm>
        </p:spPr>
        <p:txBody>
          <a:bodyPr>
            <a:normAutofit fontScale="85000" lnSpcReduction="20000"/>
          </a:bodyPr>
          <a:lstStyle/>
          <a:p>
            <a:r>
              <a:rPr lang="en-US" dirty="0"/>
              <a:t>JUL</a:t>
            </a:r>
          </a:p>
        </p:txBody>
      </p:sp>
      <p:sp>
        <p:nvSpPr>
          <p:cNvPr id="28" name="Text Placeholder 27">
            <a:extLst>
              <a:ext uri="{FF2B5EF4-FFF2-40B4-BE49-F238E27FC236}">
                <a16:creationId xmlns:a16="http://schemas.microsoft.com/office/drawing/2014/main" id="{D149E385-DCE9-4DC9-8F0A-F8BAF02D9797}"/>
              </a:ext>
            </a:extLst>
          </p:cNvPr>
          <p:cNvSpPr>
            <a:spLocks noGrp="1"/>
          </p:cNvSpPr>
          <p:nvPr>
            <p:ph type="body" sz="quarter" idx="55"/>
          </p:nvPr>
        </p:nvSpPr>
        <p:spPr>
          <a:xfrm>
            <a:off x="7483724" y="4425696"/>
            <a:ext cx="640080" cy="201776"/>
          </a:xfrm>
        </p:spPr>
        <p:txBody>
          <a:bodyPr>
            <a:normAutofit fontScale="85000" lnSpcReduction="20000"/>
          </a:bodyPr>
          <a:lstStyle/>
          <a:p>
            <a:r>
              <a:rPr lang="en-US" dirty="0"/>
              <a:t>AUG</a:t>
            </a:r>
          </a:p>
        </p:txBody>
      </p:sp>
      <p:sp>
        <p:nvSpPr>
          <p:cNvPr id="29" name="Text Placeholder 28">
            <a:extLst>
              <a:ext uri="{FF2B5EF4-FFF2-40B4-BE49-F238E27FC236}">
                <a16:creationId xmlns:a16="http://schemas.microsoft.com/office/drawing/2014/main" id="{B7A506EE-32D5-4685-97A6-8FDFEF238C43}"/>
              </a:ext>
            </a:extLst>
          </p:cNvPr>
          <p:cNvSpPr>
            <a:spLocks noGrp="1"/>
          </p:cNvSpPr>
          <p:nvPr>
            <p:ph type="body" sz="quarter" idx="56"/>
          </p:nvPr>
        </p:nvSpPr>
        <p:spPr>
          <a:xfrm>
            <a:off x="8271411" y="4425696"/>
            <a:ext cx="640080" cy="201776"/>
          </a:xfrm>
        </p:spPr>
        <p:txBody>
          <a:bodyPr>
            <a:normAutofit fontScale="85000" lnSpcReduction="20000"/>
          </a:bodyPr>
          <a:lstStyle/>
          <a:p>
            <a:r>
              <a:rPr lang="en-US" dirty="0"/>
              <a:t>SEP</a:t>
            </a:r>
          </a:p>
        </p:txBody>
      </p:sp>
      <p:sp>
        <p:nvSpPr>
          <p:cNvPr id="27" name="Text Placeholder 26">
            <a:extLst>
              <a:ext uri="{FF2B5EF4-FFF2-40B4-BE49-F238E27FC236}">
                <a16:creationId xmlns:a16="http://schemas.microsoft.com/office/drawing/2014/main" id="{1787EDAC-5EAB-4A0D-9BD2-D6E9FD0B26A1}"/>
              </a:ext>
            </a:extLst>
          </p:cNvPr>
          <p:cNvSpPr>
            <a:spLocks noGrp="1"/>
          </p:cNvSpPr>
          <p:nvPr>
            <p:ph type="body" sz="quarter" idx="54"/>
          </p:nvPr>
        </p:nvSpPr>
        <p:spPr>
          <a:xfrm>
            <a:off x="9059098" y="4425696"/>
            <a:ext cx="640080" cy="201776"/>
          </a:xfrm>
        </p:spPr>
        <p:txBody>
          <a:bodyPr>
            <a:normAutofit fontScale="85000" lnSpcReduction="20000"/>
          </a:bodyPr>
          <a:lstStyle/>
          <a:p>
            <a:r>
              <a:rPr lang="en-US" dirty="0"/>
              <a:t>OCT</a:t>
            </a:r>
          </a:p>
        </p:txBody>
      </p:sp>
      <p:sp>
        <p:nvSpPr>
          <p:cNvPr id="30" name="Text Placeholder 29">
            <a:extLst>
              <a:ext uri="{FF2B5EF4-FFF2-40B4-BE49-F238E27FC236}">
                <a16:creationId xmlns:a16="http://schemas.microsoft.com/office/drawing/2014/main" id="{E80CB353-63CA-4305-9748-807B6905DBFF}"/>
              </a:ext>
            </a:extLst>
          </p:cNvPr>
          <p:cNvSpPr>
            <a:spLocks noGrp="1"/>
          </p:cNvSpPr>
          <p:nvPr>
            <p:ph type="body" sz="quarter" idx="57"/>
          </p:nvPr>
        </p:nvSpPr>
        <p:spPr>
          <a:xfrm>
            <a:off x="9846785" y="4425696"/>
            <a:ext cx="640080" cy="201776"/>
          </a:xfrm>
        </p:spPr>
        <p:txBody>
          <a:bodyPr>
            <a:normAutofit fontScale="85000" lnSpcReduction="20000"/>
          </a:bodyPr>
          <a:lstStyle/>
          <a:p>
            <a:r>
              <a:rPr lang="en-US" dirty="0"/>
              <a:t>NOV</a:t>
            </a:r>
          </a:p>
        </p:txBody>
      </p:sp>
      <p:sp>
        <p:nvSpPr>
          <p:cNvPr id="31" name="Text Placeholder 30">
            <a:extLst>
              <a:ext uri="{FF2B5EF4-FFF2-40B4-BE49-F238E27FC236}">
                <a16:creationId xmlns:a16="http://schemas.microsoft.com/office/drawing/2014/main" id="{1B52C010-5159-4F61-821F-E73647E7C066}"/>
              </a:ext>
            </a:extLst>
          </p:cNvPr>
          <p:cNvSpPr>
            <a:spLocks noGrp="1"/>
          </p:cNvSpPr>
          <p:nvPr>
            <p:ph type="body" sz="quarter" idx="58"/>
          </p:nvPr>
        </p:nvSpPr>
        <p:spPr>
          <a:xfrm>
            <a:off x="10634472" y="4425696"/>
            <a:ext cx="640080" cy="201776"/>
          </a:xfrm>
        </p:spPr>
        <p:txBody>
          <a:bodyPr>
            <a:normAutofit fontScale="85000" lnSpcReduction="20000"/>
          </a:bodyPr>
          <a:lstStyle/>
          <a:p>
            <a:r>
              <a:rPr lang="en-US" dirty="0"/>
              <a:t>DEC</a:t>
            </a:r>
          </a:p>
        </p:txBody>
      </p:sp>
      <p:cxnSp>
        <p:nvCxnSpPr>
          <p:cNvPr id="45" name="Straight Connector 44">
            <a:extLst>
              <a:ext uri="{FF2B5EF4-FFF2-40B4-BE49-F238E27FC236}">
                <a16:creationId xmlns:a16="http://schemas.microsoft.com/office/drawing/2014/main" id="{7AAE5EC1-092E-4A01-B866-C63F654AC331}"/>
              </a:ext>
              <a:ext uri="{C183D7F6-B498-43B3-948B-1728B52AA6E4}">
                <adec:decorative xmlns:adec="http://schemas.microsoft.com/office/drawing/2017/decorative" val="1"/>
              </a:ext>
            </a:extLst>
          </p:cNvPr>
          <p:cNvCxnSpPr>
            <a:cxnSpLocks/>
            <a:endCxn id="33" idx="0"/>
          </p:cNvCxnSpPr>
          <p:nvPr/>
        </p:nvCxnSpPr>
        <p:spPr>
          <a:xfrm>
            <a:off x="3073920" y="2904543"/>
            <a:ext cx="3722" cy="533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44DC497-37D3-454C-98C5-A4A1043E55E5}"/>
              </a:ext>
              <a:ext uri="{C183D7F6-B498-43B3-948B-1728B52AA6E4}">
                <adec:decorative xmlns:adec="http://schemas.microsoft.com/office/drawing/2017/decorative" val="1"/>
              </a:ext>
            </a:extLst>
          </p:cNvPr>
          <p:cNvCxnSpPr>
            <a:cxnSpLocks/>
            <a:endCxn id="34" idx="0"/>
          </p:cNvCxnSpPr>
          <p:nvPr/>
        </p:nvCxnSpPr>
        <p:spPr>
          <a:xfrm>
            <a:off x="6218933" y="2901831"/>
            <a:ext cx="6667" cy="53802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F3C6EDC-B2DD-42F0-911D-04963A0F20BE}"/>
              </a:ext>
              <a:ext uri="{C183D7F6-B498-43B3-948B-1728B52AA6E4}">
                <adec:decorative xmlns:adec="http://schemas.microsoft.com/office/drawing/2017/decorative" val="1"/>
              </a:ext>
            </a:extLst>
          </p:cNvPr>
          <p:cNvCxnSpPr>
            <a:cxnSpLocks/>
            <a:endCxn id="35" idx="0"/>
          </p:cNvCxnSpPr>
          <p:nvPr/>
        </p:nvCxnSpPr>
        <p:spPr>
          <a:xfrm>
            <a:off x="10150019" y="2905616"/>
            <a:ext cx="0" cy="53232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3FBB4508-2CA6-4A49-9EAD-91DB1B20514A}"/>
              </a:ext>
              <a:ext uri="{C183D7F6-B498-43B3-948B-1728B52AA6E4}">
                <adec:decorative xmlns:adec="http://schemas.microsoft.com/office/drawing/2017/decorative" val="1"/>
              </a:ext>
            </a:extLst>
          </p:cNvPr>
          <p:cNvSpPr/>
          <p:nvPr/>
        </p:nvSpPr>
        <p:spPr>
          <a:xfrm>
            <a:off x="2814179"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8989049-2208-43EB-A323-1B5374E0A2D0}"/>
              </a:ext>
              <a:ext uri="{C183D7F6-B498-43B3-948B-1728B52AA6E4}">
                <adec:decorative xmlns:adec="http://schemas.microsoft.com/office/drawing/2017/decorative" val="1"/>
              </a:ext>
            </a:extLst>
          </p:cNvPr>
          <p:cNvSpPr/>
          <p:nvPr/>
        </p:nvSpPr>
        <p:spPr>
          <a:xfrm>
            <a:off x="5962137" y="3439855"/>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E3093EB5-1D82-4E0B-A4EF-8517FC047E4C}"/>
              </a:ext>
              <a:ext uri="{C183D7F6-B498-43B3-948B-1728B52AA6E4}">
                <adec:decorative xmlns:adec="http://schemas.microsoft.com/office/drawing/2017/decorative" val="1"/>
              </a:ext>
            </a:extLst>
          </p:cNvPr>
          <p:cNvSpPr/>
          <p:nvPr/>
        </p:nvSpPr>
        <p:spPr>
          <a:xfrm>
            <a:off x="9886556"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 Placeholder 31">
            <a:extLst>
              <a:ext uri="{FF2B5EF4-FFF2-40B4-BE49-F238E27FC236}">
                <a16:creationId xmlns:a16="http://schemas.microsoft.com/office/drawing/2014/main" id="{6E8FAB27-F000-4DFF-8595-B8ADBB6058E9}"/>
              </a:ext>
            </a:extLst>
          </p:cNvPr>
          <p:cNvSpPr txBox="1">
            <a:spLocks/>
          </p:cNvSpPr>
          <p:nvPr/>
        </p:nvSpPr>
        <p:spPr>
          <a:xfrm>
            <a:off x="1259117" y="5206365"/>
            <a:ext cx="2057804" cy="5619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RUN FOCUS GROUPS</a:t>
            </a:r>
            <a:endParaRPr lang="en-US" sz="1100" dirty="0"/>
          </a:p>
        </p:txBody>
      </p:sp>
      <p:cxnSp>
        <p:nvCxnSpPr>
          <p:cNvPr id="57" name="Straight Connector 56">
            <a:extLst>
              <a:ext uri="{FF2B5EF4-FFF2-40B4-BE49-F238E27FC236}">
                <a16:creationId xmlns:a16="http://schemas.microsoft.com/office/drawing/2014/main" id="{0C8EDAF4-CF26-40C7-AACE-2482D9323350}"/>
              </a:ext>
              <a:ext uri="{C183D7F6-B498-43B3-948B-1728B52AA6E4}">
                <adec:decorative xmlns:adec="http://schemas.microsoft.com/office/drawing/2017/decorative" val="1"/>
              </a:ext>
            </a:extLst>
          </p:cNvPr>
          <p:cNvCxnSpPr>
            <a:cxnSpLocks/>
            <a:stCxn id="48" idx="2"/>
          </p:cNvCxnSpPr>
          <p:nvPr/>
        </p:nvCxnSpPr>
        <p:spPr>
          <a:xfrm>
            <a:off x="2286000" y="4638776"/>
            <a:ext cx="2019"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 name="Text Placeholder 31">
            <a:extLst>
              <a:ext uri="{FF2B5EF4-FFF2-40B4-BE49-F238E27FC236}">
                <a16:creationId xmlns:a16="http://schemas.microsoft.com/office/drawing/2014/main" id="{234079D9-E00C-4C6B-9F2D-D0BCB9C9D7D8}"/>
              </a:ext>
            </a:extLst>
          </p:cNvPr>
          <p:cNvSpPr txBox="1">
            <a:spLocks/>
          </p:cNvSpPr>
          <p:nvPr/>
        </p:nvSpPr>
        <p:spPr>
          <a:xfrm>
            <a:off x="4406652"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TEST DESIGN</a:t>
            </a:r>
            <a:endParaRPr lang="en-US" sz="1100" dirty="0"/>
          </a:p>
        </p:txBody>
      </p:sp>
      <p:cxnSp>
        <p:nvCxnSpPr>
          <p:cNvPr id="61" name="Straight Connector 60">
            <a:extLst>
              <a:ext uri="{FF2B5EF4-FFF2-40B4-BE49-F238E27FC236}">
                <a16:creationId xmlns:a16="http://schemas.microsoft.com/office/drawing/2014/main" id="{F8C93671-1250-4705-A092-97036B901279}"/>
              </a:ext>
              <a:ext uri="{C183D7F6-B498-43B3-948B-1728B52AA6E4}">
                <adec:decorative xmlns:adec="http://schemas.microsoft.com/office/drawing/2017/decorative" val="1"/>
              </a:ext>
            </a:extLst>
          </p:cNvPr>
          <p:cNvCxnSpPr>
            <a:cxnSpLocks/>
            <a:stCxn id="51" idx="2"/>
          </p:cNvCxnSpPr>
          <p:nvPr/>
        </p:nvCxnSpPr>
        <p:spPr>
          <a:xfrm>
            <a:off x="5434293" y="4638776"/>
            <a:ext cx="1261"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Text Placeholder 31">
            <a:extLst>
              <a:ext uri="{FF2B5EF4-FFF2-40B4-BE49-F238E27FC236}">
                <a16:creationId xmlns:a16="http://schemas.microsoft.com/office/drawing/2014/main" id="{7C5F4630-959D-43D6-A6F0-5D5F3A4117C1}"/>
              </a:ext>
            </a:extLst>
          </p:cNvPr>
          <p:cNvSpPr txBox="1">
            <a:spLocks/>
          </p:cNvSpPr>
          <p:nvPr/>
        </p:nvSpPr>
        <p:spPr>
          <a:xfrm>
            <a:off x="7581698"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LAUNCH DESIGN</a:t>
            </a:r>
            <a:endParaRPr lang="en-US" sz="1100" dirty="0"/>
          </a:p>
        </p:txBody>
      </p:sp>
      <p:cxnSp>
        <p:nvCxnSpPr>
          <p:cNvPr id="65" name="Straight Connector 64">
            <a:extLst>
              <a:ext uri="{FF2B5EF4-FFF2-40B4-BE49-F238E27FC236}">
                <a16:creationId xmlns:a16="http://schemas.microsoft.com/office/drawing/2014/main" id="{F6C72AC5-2842-4966-BBE7-6F407A9C359B}"/>
              </a:ext>
              <a:ext uri="{C183D7F6-B498-43B3-948B-1728B52AA6E4}">
                <adec:decorative xmlns:adec="http://schemas.microsoft.com/office/drawing/2017/decorative" val="1"/>
              </a:ext>
            </a:extLst>
          </p:cNvPr>
          <p:cNvCxnSpPr>
            <a:cxnSpLocks/>
            <a:stCxn id="58" idx="2"/>
          </p:cNvCxnSpPr>
          <p:nvPr/>
        </p:nvCxnSpPr>
        <p:spPr>
          <a:xfrm>
            <a:off x="8591938" y="4638776"/>
            <a:ext cx="0"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1DC26F87-2877-496A-B506-6A562ACD90AE}"/>
              </a:ext>
              <a:ext uri="{C183D7F6-B498-43B3-948B-1728B52AA6E4}">
                <adec:decorative xmlns:adec="http://schemas.microsoft.com/office/drawing/2017/decorative" val="1"/>
              </a:ext>
            </a:extLst>
          </p:cNvPr>
          <p:cNvSpPr/>
          <p:nvPr/>
        </p:nvSpPr>
        <p:spPr>
          <a:xfrm>
            <a:off x="2022537"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94959EA3-B71F-49E3-A68E-1329BE0461B0}"/>
              </a:ext>
              <a:ext uri="{C183D7F6-B498-43B3-948B-1728B52AA6E4}">
                <adec:decorative xmlns:adec="http://schemas.microsoft.com/office/drawing/2017/decorative" val="1"/>
              </a:ext>
            </a:extLst>
          </p:cNvPr>
          <p:cNvSpPr/>
          <p:nvPr/>
        </p:nvSpPr>
        <p:spPr>
          <a:xfrm>
            <a:off x="5170830"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82DCB52-65FA-4B5F-8785-060AF61C386B}"/>
              </a:ext>
              <a:ext uri="{C183D7F6-B498-43B3-948B-1728B52AA6E4}">
                <adec:decorative xmlns:adec="http://schemas.microsoft.com/office/drawing/2017/decorative" val="1"/>
              </a:ext>
            </a:extLst>
          </p:cNvPr>
          <p:cNvSpPr/>
          <p:nvPr/>
        </p:nvSpPr>
        <p:spPr>
          <a:xfrm>
            <a:off x="8328475"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Date Placeholder 65">
            <a:extLst>
              <a:ext uri="{FF2B5EF4-FFF2-40B4-BE49-F238E27FC236}">
                <a16:creationId xmlns:a16="http://schemas.microsoft.com/office/drawing/2014/main" id="{FF303B66-BE3D-4142-824A-9EE2B01725EA}"/>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BA35BD6B-402B-4987-9FCE-9A6924EE2F00}"/>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E259ECD5-0EAD-48D0-B30B-16305BC1062F}"/>
              </a:ext>
            </a:extLst>
          </p:cNvPr>
          <p:cNvSpPr>
            <a:spLocks noGrp="1"/>
          </p:cNvSpPr>
          <p:nvPr>
            <p:ph type="sldNum" sz="quarter" idx="12"/>
          </p:nvPr>
        </p:nvSpPr>
        <p:spPr>
          <a:xfrm>
            <a:off x="8610600" y="6356350"/>
            <a:ext cx="2743200" cy="365125"/>
          </a:xfrm>
        </p:spPr>
        <p:txBody>
          <a:bodyPr/>
          <a:lstStyle/>
          <a:p>
            <a:fld id="{19B51A1E-902D-48AF-9020-955120F399B6}" type="slidenum">
              <a:rPr lang="en-US" smtClean="0"/>
              <a:pPr/>
              <a:t>16</a:t>
            </a:fld>
            <a:endParaRPr lang="en-US" dirty="0"/>
          </a:p>
        </p:txBody>
      </p:sp>
    </p:spTree>
    <p:extLst>
      <p:ext uri="{BB962C8B-B14F-4D97-AF65-F5344CB8AC3E}">
        <p14:creationId xmlns:p14="http://schemas.microsoft.com/office/powerpoint/2010/main" val="3084972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anchor="ctr">
            <a:normAutofit/>
          </a:bodyPr>
          <a:lstStyle/>
          <a:p>
            <a:r>
              <a:rPr lang="en-US" dirty="0"/>
              <a:t>FINANCIALS</a:t>
            </a:r>
          </a:p>
        </p:txBody>
      </p:sp>
      <p:sp>
        <p:nvSpPr>
          <p:cNvPr id="2" name="Date Placeholder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17</a:t>
            </a:fld>
            <a:endParaRPr lang="en-US" dirty="0"/>
          </a:p>
        </p:txBody>
      </p:sp>
      <p:graphicFrame>
        <p:nvGraphicFramePr>
          <p:cNvPr id="17" name="Table 9">
            <a:extLst>
              <a:ext uri="{FF2B5EF4-FFF2-40B4-BE49-F238E27FC236}">
                <a16:creationId xmlns:a16="http://schemas.microsoft.com/office/drawing/2014/main" id="{D6E90A56-AF21-45DC-A08C-27875260C7CB}"/>
              </a:ext>
            </a:extLst>
          </p:cNvPr>
          <p:cNvGraphicFramePr>
            <a:graphicFrameLocks noGrp="1"/>
          </p:cNvGraphicFramePr>
          <p:nvPr>
            <p:ph sz="quarter" idx="16"/>
            <p:extLst>
              <p:ext uri="{D42A27DB-BD31-4B8C-83A1-F6EECF244321}">
                <p14:modId xmlns:p14="http://schemas.microsoft.com/office/powerpoint/2010/main" val="1922015435"/>
              </p:ext>
            </p:extLst>
          </p:nvPr>
        </p:nvGraphicFramePr>
        <p:xfrm>
          <a:off x="838200" y="1825625"/>
          <a:ext cx="10515596" cy="3701178"/>
        </p:xfrm>
        <a:graphic>
          <a:graphicData uri="http://schemas.openxmlformats.org/drawingml/2006/table">
            <a:tbl>
              <a:tblPr firstRow="1" bandRow="1">
                <a:tableStyleId>{5C22544A-7EE6-4342-B048-85BDC9FD1C3A}</a:tableStyleId>
              </a:tblPr>
              <a:tblGrid>
                <a:gridCol w="3235076">
                  <a:extLst>
                    <a:ext uri="{9D8B030D-6E8A-4147-A177-3AD203B41FA5}">
                      <a16:colId xmlns:a16="http://schemas.microsoft.com/office/drawing/2014/main" val="3446012419"/>
                    </a:ext>
                  </a:extLst>
                </a:gridCol>
                <a:gridCol w="1717424">
                  <a:extLst>
                    <a:ext uri="{9D8B030D-6E8A-4147-A177-3AD203B41FA5}">
                      <a16:colId xmlns:a16="http://schemas.microsoft.com/office/drawing/2014/main" val="4052646397"/>
                    </a:ext>
                  </a:extLst>
                </a:gridCol>
                <a:gridCol w="2118664">
                  <a:extLst>
                    <a:ext uri="{9D8B030D-6E8A-4147-A177-3AD203B41FA5}">
                      <a16:colId xmlns:a16="http://schemas.microsoft.com/office/drawing/2014/main" val="1935352797"/>
                    </a:ext>
                  </a:extLst>
                </a:gridCol>
                <a:gridCol w="2277791">
                  <a:extLst>
                    <a:ext uri="{9D8B030D-6E8A-4147-A177-3AD203B41FA5}">
                      <a16:colId xmlns:a16="http://schemas.microsoft.com/office/drawing/2014/main" val="1218263486"/>
                    </a:ext>
                  </a:extLst>
                </a:gridCol>
                <a:gridCol w="1166641">
                  <a:extLst>
                    <a:ext uri="{9D8B030D-6E8A-4147-A177-3AD203B41FA5}">
                      <a16:colId xmlns:a16="http://schemas.microsoft.com/office/drawing/2014/main" val="3235153012"/>
                    </a:ext>
                  </a:extLst>
                </a:gridCol>
              </a:tblGrid>
              <a:tr h="284706">
                <a:tc>
                  <a:txBody>
                    <a:bodyPr/>
                    <a:lstStyle/>
                    <a:p>
                      <a:pPr algn="l" fontAlgn="b"/>
                      <a:endParaRPr lang="en-US" sz="1200" b="0" i="0" u="none" strike="noStrike" dirty="0">
                        <a:solidFill>
                          <a:schemeClr val="bg1"/>
                        </a:solidFill>
                        <a:effectLst/>
                        <a:latin typeface="+mn-lt"/>
                      </a:endParaRP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1</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2</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3</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l" fontAlgn="b"/>
                      <a:endParaRPr lang="en-US" sz="1200" b="0"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140773105"/>
                  </a:ext>
                </a:extLst>
              </a:tr>
              <a:tr h="284706">
                <a:tc>
                  <a:txBody>
                    <a:bodyPr/>
                    <a:lstStyle/>
                    <a:p>
                      <a:pPr algn="l" fontAlgn="b"/>
                      <a:r>
                        <a:rPr lang="en-US" sz="1200" b="0" i="0" u="none" strike="noStrike" dirty="0">
                          <a:solidFill>
                            <a:schemeClr val="tx1"/>
                          </a:solidFill>
                          <a:effectLst/>
                          <a:latin typeface="+mn-lt"/>
                        </a:rPr>
                        <a:t>INCOME</a:t>
                      </a:r>
                    </a:p>
                  </a:txBody>
                  <a:tcPr marL="24019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2911372"/>
                  </a:ext>
                </a:extLst>
              </a:tr>
              <a:tr h="284706">
                <a:tc>
                  <a:txBody>
                    <a:bodyPr/>
                    <a:lstStyle/>
                    <a:p>
                      <a:pPr lvl="1" algn="l" fontAlgn="b"/>
                      <a:r>
                        <a:rPr lang="en-US" sz="1200" b="0" u="none" strike="noStrike" dirty="0">
                          <a:solidFill>
                            <a:schemeClr val="tx1"/>
                          </a:solidFill>
                          <a:effectLst/>
                        </a:rPr>
                        <a:t>Users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3393929"/>
                  </a:ext>
                </a:extLst>
              </a:tr>
              <a:tr h="284706">
                <a:tc>
                  <a:txBody>
                    <a:bodyPr/>
                    <a:lstStyle/>
                    <a:p>
                      <a:pPr lvl="1" algn="l" fontAlgn="b"/>
                      <a:r>
                        <a:rPr lang="en-US" sz="1200" b="0" u="none" strike="noStrike" dirty="0">
                          <a:solidFill>
                            <a:schemeClr val="tx1"/>
                          </a:solidFill>
                          <a:effectLst/>
                        </a:rPr>
                        <a:t>Sales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5711469"/>
                  </a:ext>
                </a:extLst>
              </a:tr>
              <a:tr h="284706">
                <a:tc>
                  <a:txBody>
                    <a:bodyPr/>
                    <a:lstStyle/>
                    <a:p>
                      <a:pPr lvl="1" algn="l" fontAlgn="b"/>
                      <a:r>
                        <a:rPr lang="en-US" sz="1200" b="0" u="none" strike="noStrike" dirty="0">
                          <a:solidFill>
                            <a:schemeClr val="tx1"/>
                          </a:solidFill>
                          <a:effectLst/>
                        </a:rPr>
                        <a:t>Average price per sale</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75</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80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90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8944196"/>
                  </a:ext>
                </a:extLst>
              </a:tr>
              <a:tr h="284706">
                <a:tc>
                  <a:txBody>
                    <a:bodyPr/>
                    <a:lstStyle/>
                    <a:p>
                      <a:pPr lvl="1" algn="l" fontAlgn="b"/>
                      <a:r>
                        <a:rPr lang="en-US" sz="1200" b="0" u="none" strike="noStrike" dirty="0">
                          <a:solidFill>
                            <a:schemeClr val="tx1"/>
                          </a:solidFill>
                          <a:effectLst/>
                        </a:rPr>
                        <a:t>Revenue @ 15%</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5,625,000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48,000,000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216,000,000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1606819"/>
                  </a:ext>
                </a:extLst>
              </a:tr>
              <a:tr h="284706">
                <a:tc>
                  <a:txBody>
                    <a:bodyPr/>
                    <a:lstStyle/>
                    <a:p>
                      <a:pPr algn="l" fontAlgn="b"/>
                      <a:r>
                        <a:rPr lang="en-US" sz="1200" b="1" u="none" strike="noStrike" dirty="0">
                          <a:solidFill>
                            <a:schemeClr val="tx1"/>
                          </a:solidFill>
                          <a:effectLst/>
                        </a:rPr>
                        <a:t>GROSS PROFIT</a:t>
                      </a:r>
                      <a:endParaRPr lang="en-US" sz="1200" b="1"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5,625,000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48,000,000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216,000,000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65120011"/>
                  </a:ext>
                </a:extLst>
              </a:tr>
              <a:tr h="284706">
                <a:tc>
                  <a:txBody>
                    <a:bodyPr/>
                    <a:lstStyle/>
                    <a:p>
                      <a:pPr algn="l" fontAlgn="b"/>
                      <a:r>
                        <a:rPr lang="en-US" sz="1200" b="0" u="none" strike="noStrike" dirty="0">
                          <a:solidFill>
                            <a:schemeClr val="tx1"/>
                          </a:solidFill>
                          <a:effectLst/>
                        </a:rPr>
                        <a:t>Expenses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1422160"/>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Sales &amp; marketing</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5,062,500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38,400,000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151,200,000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70%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2407092"/>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Customer service</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1,687,500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9,600,000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21,600,000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10%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06368409"/>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Product development</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562,500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10,800,000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5%</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79688327"/>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Research</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281,250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4,320,000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2%</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3433075"/>
                  </a:ext>
                </a:extLst>
              </a:tr>
              <a:tr h="284706">
                <a:tc>
                  <a:txBody>
                    <a:bodyPr/>
                    <a:lstStyle/>
                    <a:p>
                      <a:pPr algn="l" fontAlgn="b"/>
                      <a:r>
                        <a:rPr lang="en-US" sz="1200" b="1" u="none" strike="noStrike" dirty="0">
                          <a:solidFill>
                            <a:schemeClr val="tx1"/>
                          </a:solidFill>
                          <a:effectLst/>
                        </a:rPr>
                        <a:t>TOTAL EXPENSES</a:t>
                      </a:r>
                      <a:endParaRPr lang="en-US" sz="1200" b="1"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7,593,750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52,800,000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187,920,000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1145645"/>
                  </a:ext>
                </a:extLst>
              </a:tr>
            </a:tbl>
          </a:graphicData>
        </a:graphic>
      </p:graphicFrame>
    </p:spTree>
    <p:extLst>
      <p:ext uri="{BB962C8B-B14F-4D97-AF65-F5344CB8AC3E}">
        <p14:creationId xmlns:p14="http://schemas.microsoft.com/office/powerpoint/2010/main" val="566997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a:lstStyle/>
          <a:p>
            <a:r>
              <a:rPr lang="en-US" dirty="0"/>
              <a:t>MEET THE TEAM</a:t>
            </a:r>
          </a:p>
        </p:txBody>
      </p:sp>
      <p:pic>
        <p:nvPicPr>
          <p:cNvPr id="26" name="Picture Placeholder 25" descr="Team member headshot">
            <a:extLst>
              <a:ext uri="{FF2B5EF4-FFF2-40B4-BE49-F238E27FC236}">
                <a16:creationId xmlns:a16="http://schemas.microsoft.com/office/drawing/2014/main" id="{E287A61C-B7FB-4B69-97E7-7B7AFC8A5D33}"/>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1487181" y="2886074"/>
            <a:ext cx="1845511" cy="1845511"/>
          </a:xfrm>
        </p:spPr>
      </p:pic>
      <p:pic>
        <p:nvPicPr>
          <p:cNvPr id="47" name="Picture Placeholder 46" descr="Team member headshot">
            <a:extLst>
              <a:ext uri="{FF2B5EF4-FFF2-40B4-BE49-F238E27FC236}">
                <a16:creationId xmlns:a16="http://schemas.microsoft.com/office/drawing/2014/main" id="{8AF5260A-2860-4F88-BA4D-70530D3E14AA}"/>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3836914" y="2886074"/>
            <a:ext cx="1845511" cy="1845511"/>
          </a:xfrm>
        </p:spPr>
      </p:pic>
      <p:pic>
        <p:nvPicPr>
          <p:cNvPr id="45" name="Picture Placeholder 44" descr="Team member headshot">
            <a:extLst>
              <a:ext uri="{FF2B5EF4-FFF2-40B4-BE49-F238E27FC236}">
                <a16:creationId xmlns:a16="http://schemas.microsoft.com/office/drawing/2014/main" id="{4442FA67-BF04-4E45-BFD9-78BF43789E09}"/>
              </a:ext>
            </a:extLst>
          </p:cNvPr>
          <p:cNvPicPr>
            <a:picLocks noGrp="1" noChangeAspect="1"/>
          </p:cNvPicPr>
          <p:nvPr>
            <p:ph type="pic" sz="quarter" idx="16"/>
          </p:nvPr>
        </p:nvPicPr>
        <p:blipFill rotWithShape="1">
          <a:blip r:embed="rId4">
            <a:extLst>
              <a:ext uri="{28A0092B-C50C-407E-A947-70E740481C1C}">
                <a14:useLocalDpi xmlns:a14="http://schemas.microsoft.com/office/drawing/2010/main" val="0"/>
              </a:ext>
            </a:extLst>
          </a:blip>
          <a:srcRect/>
          <a:stretch/>
        </p:blipFill>
        <p:spPr>
          <a:xfrm>
            <a:off x="6327578" y="2886074"/>
            <a:ext cx="1845511" cy="1845511"/>
          </a:xfrm>
        </p:spPr>
      </p:pic>
      <p:pic>
        <p:nvPicPr>
          <p:cNvPr id="43" name="Picture Placeholder 42" descr="Team member headshot">
            <a:extLst>
              <a:ext uri="{FF2B5EF4-FFF2-40B4-BE49-F238E27FC236}">
                <a16:creationId xmlns:a16="http://schemas.microsoft.com/office/drawing/2014/main" id="{F328CD15-EA0E-49AD-A3C6-5798A372AA53}"/>
              </a:ext>
            </a:extLst>
          </p:cNvPr>
          <p:cNvPicPr>
            <a:picLocks noGrp="1" noChangeAspect="1"/>
          </p:cNvPicPr>
          <p:nvPr>
            <p:ph type="pic" sz="quarter" idx="17"/>
          </p:nvPr>
        </p:nvPicPr>
        <p:blipFill rotWithShape="1">
          <a:blip r:embed="rId5">
            <a:extLst>
              <a:ext uri="{28A0092B-C50C-407E-A947-70E740481C1C}">
                <a14:useLocalDpi xmlns:a14="http://schemas.microsoft.com/office/drawing/2010/main" val="0"/>
              </a:ext>
            </a:extLst>
          </a:blip>
          <a:srcRect/>
          <a:stretch/>
        </p:blipFill>
        <p:spPr>
          <a:xfrm>
            <a:off x="8747458" y="2886074"/>
            <a:ext cx="1845511" cy="1845511"/>
          </a:xfrm>
        </p:spPr>
      </p:pic>
      <p:sp>
        <p:nvSpPr>
          <p:cNvPr id="24" name="Text Placeholder 23">
            <a:extLst>
              <a:ext uri="{FF2B5EF4-FFF2-40B4-BE49-F238E27FC236}">
                <a16:creationId xmlns:a16="http://schemas.microsoft.com/office/drawing/2014/main" id="{7BAD1FFF-8B97-4CD1-85E7-B7738EAD28CD}"/>
              </a:ext>
            </a:extLst>
          </p:cNvPr>
          <p:cNvSpPr>
            <a:spLocks noGrp="1"/>
          </p:cNvSpPr>
          <p:nvPr>
            <p:ph type="body" idx="1"/>
          </p:nvPr>
        </p:nvSpPr>
        <p:spPr>
          <a:xfrm>
            <a:off x="1343248" y="5084524"/>
            <a:ext cx="2123743" cy="343061"/>
          </a:xfrm>
        </p:spPr>
        <p:txBody>
          <a:bodyPr/>
          <a:lstStyle/>
          <a:p>
            <a:r>
              <a:rPr lang="en-US" dirty="0"/>
              <a:t>TAKUMA HAYASHI​</a:t>
            </a:r>
          </a:p>
        </p:txBody>
      </p:sp>
      <p:sp>
        <p:nvSpPr>
          <p:cNvPr id="33" name="Text Placeholder 32">
            <a:extLst>
              <a:ext uri="{FF2B5EF4-FFF2-40B4-BE49-F238E27FC236}">
                <a16:creationId xmlns:a16="http://schemas.microsoft.com/office/drawing/2014/main" id="{10C8C8C1-99D8-4034-A628-DECEB703BA1D}"/>
              </a:ext>
            </a:extLst>
          </p:cNvPr>
          <p:cNvSpPr>
            <a:spLocks noGrp="1"/>
          </p:cNvSpPr>
          <p:nvPr>
            <p:ph type="body" idx="18"/>
          </p:nvPr>
        </p:nvSpPr>
        <p:spPr>
          <a:xfrm>
            <a:off x="3692980" y="5099206"/>
            <a:ext cx="2135755" cy="343061"/>
          </a:xfrm>
        </p:spPr>
        <p:txBody>
          <a:bodyPr/>
          <a:lstStyle/>
          <a:p>
            <a:r>
              <a:rPr lang="en-US" dirty="0"/>
              <a:t>MIRJAM NILSSON​</a:t>
            </a:r>
          </a:p>
        </p:txBody>
      </p:sp>
      <p:sp>
        <p:nvSpPr>
          <p:cNvPr id="34" name="Text Placeholder 33">
            <a:extLst>
              <a:ext uri="{FF2B5EF4-FFF2-40B4-BE49-F238E27FC236}">
                <a16:creationId xmlns:a16="http://schemas.microsoft.com/office/drawing/2014/main" id="{08CA58D6-00FD-4D81-A0F6-215C4D558912}"/>
              </a:ext>
            </a:extLst>
          </p:cNvPr>
          <p:cNvSpPr>
            <a:spLocks noGrp="1"/>
          </p:cNvSpPr>
          <p:nvPr>
            <p:ph type="body" idx="19"/>
          </p:nvPr>
        </p:nvSpPr>
        <p:spPr>
          <a:xfrm>
            <a:off x="6183644" y="5099206"/>
            <a:ext cx="2123743" cy="343061"/>
          </a:xfrm>
        </p:spPr>
        <p:txBody>
          <a:bodyPr/>
          <a:lstStyle/>
          <a:p>
            <a:r>
              <a:rPr lang="en-US" dirty="0"/>
              <a:t>FLORA BERGGREN​</a:t>
            </a:r>
          </a:p>
        </p:txBody>
      </p:sp>
      <p:sp>
        <p:nvSpPr>
          <p:cNvPr id="35" name="Text Placeholder 34">
            <a:extLst>
              <a:ext uri="{FF2B5EF4-FFF2-40B4-BE49-F238E27FC236}">
                <a16:creationId xmlns:a16="http://schemas.microsoft.com/office/drawing/2014/main" id="{60D37431-6A3A-47F6-A367-B5ADCF66AE37}"/>
              </a:ext>
            </a:extLst>
          </p:cNvPr>
          <p:cNvSpPr>
            <a:spLocks noGrp="1"/>
          </p:cNvSpPr>
          <p:nvPr>
            <p:ph type="body" idx="20"/>
          </p:nvPr>
        </p:nvSpPr>
        <p:spPr>
          <a:xfrm>
            <a:off x="8603525" y="5084524"/>
            <a:ext cx="2123742" cy="343061"/>
          </a:xfrm>
        </p:spPr>
        <p:txBody>
          <a:bodyPr/>
          <a:lstStyle/>
          <a:p>
            <a:r>
              <a:rPr lang="en-US" dirty="0"/>
              <a:t>RAJESH SANTOSHI​</a:t>
            </a:r>
          </a:p>
        </p:txBody>
      </p:sp>
      <p:sp>
        <p:nvSpPr>
          <p:cNvPr id="36" name="Text Placeholder 35">
            <a:extLst>
              <a:ext uri="{FF2B5EF4-FFF2-40B4-BE49-F238E27FC236}">
                <a16:creationId xmlns:a16="http://schemas.microsoft.com/office/drawing/2014/main" id="{B76FA389-A54D-4E4B-81DA-DBA175D78FEC}"/>
              </a:ext>
            </a:extLst>
          </p:cNvPr>
          <p:cNvSpPr>
            <a:spLocks noGrp="1"/>
          </p:cNvSpPr>
          <p:nvPr>
            <p:ph type="body" idx="21"/>
          </p:nvPr>
        </p:nvSpPr>
        <p:spPr>
          <a:xfrm>
            <a:off x="1487181" y="5464114"/>
            <a:ext cx="1845511" cy="343061"/>
          </a:xfrm>
        </p:spPr>
        <p:txBody>
          <a:bodyPr/>
          <a:lstStyle/>
          <a:p>
            <a:r>
              <a:rPr lang="en-US" dirty="0"/>
              <a:t>President</a:t>
            </a:r>
          </a:p>
        </p:txBody>
      </p:sp>
      <p:sp>
        <p:nvSpPr>
          <p:cNvPr id="37" name="Text Placeholder 36">
            <a:extLst>
              <a:ext uri="{FF2B5EF4-FFF2-40B4-BE49-F238E27FC236}">
                <a16:creationId xmlns:a16="http://schemas.microsoft.com/office/drawing/2014/main" id="{65786675-BFC6-4743-BFD3-D64691F771D8}"/>
              </a:ext>
            </a:extLst>
          </p:cNvPr>
          <p:cNvSpPr>
            <a:spLocks noGrp="1"/>
          </p:cNvSpPr>
          <p:nvPr>
            <p:ph type="body" idx="22"/>
          </p:nvPr>
        </p:nvSpPr>
        <p:spPr>
          <a:xfrm>
            <a:off x="3836913" y="5478796"/>
            <a:ext cx="1855949" cy="343061"/>
          </a:xfrm>
        </p:spPr>
        <p:txBody>
          <a:bodyPr/>
          <a:lstStyle/>
          <a:p>
            <a:r>
              <a:rPr lang="en-US" dirty="0"/>
              <a:t>Chief Executive Officer</a:t>
            </a:r>
          </a:p>
        </p:txBody>
      </p:sp>
      <p:sp>
        <p:nvSpPr>
          <p:cNvPr id="38" name="Text Placeholder 37">
            <a:extLst>
              <a:ext uri="{FF2B5EF4-FFF2-40B4-BE49-F238E27FC236}">
                <a16:creationId xmlns:a16="http://schemas.microsoft.com/office/drawing/2014/main" id="{97062F49-F468-4EA6-B6BF-94BFF89FDCB7}"/>
              </a:ext>
            </a:extLst>
          </p:cNvPr>
          <p:cNvSpPr>
            <a:spLocks noGrp="1"/>
          </p:cNvSpPr>
          <p:nvPr>
            <p:ph type="body" idx="23"/>
          </p:nvPr>
        </p:nvSpPr>
        <p:spPr>
          <a:xfrm>
            <a:off x="6327577" y="5478796"/>
            <a:ext cx="1845511" cy="343061"/>
          </a:xfrm>
        </p:spPr>
        <p:txBody>
          <a:bodyPr/>
          <a:lstStyle/>
          <a:p>
            <a:r>
              <a:rPr lang="en-US" dirty="0"/>
              <a:t>Chief Operations Officer</a:t>
            </a:r>
          </a:p>
          <a:p>
            <a:endParaRPr lang="en-US" dirty="0"/>
          </a:p>
        </p:txBody>
      </p:sp>
      <p:sp>
        <p:nvSpPr>
          <p:cNvPr id="39" name="Text Placeholder 38">
            <a:extLst>
              <a:ext uri="{FF2B5EF4-FFF2-40B4-BE49-F238E27FC236}">
                <a16:creationId xmlns:a16="http://schemas.microsoft.com/office/drawing/2014/main" id="{59D9F00A-8CF0-41E8-9BB6-3B8ECDA55D49}"/>
              </a:ext>
            </a:extLst>
          </p:cNvPr>
          <p:cNvSpPr>
            <a:spLocks noGrp="1"/>
          </p:cNvSpPr>
          <p:nvPr>
            <p:ph type="body" idx="24"/>
          </p:nvPr>
        </p:nvSpPr>
        <p:spPr>
          <a:xfrm>
            <a:off x="8747458" y="5464114"/>
            <a:ext cx="1845510" cy="343061"/>
          </a:xfrm>
        </p:spPr>
        <p:txBody>
          <a:bodyPr/>
          <a:lstStyle/>
          <a:p>
            <a:r>
              <a:rPr lang="en-US" dirty="0"/>
              <a:t>VP Marketing</a:t>
            </a:r>
          </a:p>
          <a:p>
            <a:endParaRPr lang="en-US" dirty="0"/>
          </a:p>
        </p:txBody>
      </p:sp>
      <p:sp>
        <p:nvSpPr>
          <p:cNvPr id="3" name="Date Placeholder 2">
            <a:extLst>
              <a:ext uri="{FF2B5EF4-FFF2-40B4-BE49-F238E27FC236}">
                <a16:creationId xmlns:a16="http://schemas.microsoft.com/office/drawing/2014/main" id="{02F9CC1F-102C-49CC-B646-8E6826368A81}"/>
              </a:ext>
            </a:extLst>
          </p:cNvPr>
          <p:cNvSpPr>
            <a:spLocks noGrp="1"/>
          </p:cNvSpPr>
          <p:nvPr>
            <p:ph type="dt" sz="half" idx="10"/>
          </p:nvPr>
        </p:nvSpPr>
        <p:spPr>
          <a:xfrm>
            <a:off x="838200" y="6356350"/>
            <a:ext cx="2743200" cy="365125"/>
          </a:xfrm>
        </p:spPr>
        <p:txBody>
          <a:bodyPr/>
          <a:lstStyle/>
          <a:p>
            <a:r>
              <a:rPr lang="en-US" dirty="0"/>
              <a:t>20XX</a:t>
            </a:r>
          </a:p>
        </p:txBody>
      </p:sp>
      <p:sp>
        <p:nvSpPr>
          <p:cNvPr id="4" name="Footer Placeholder 3">
            <a:extLst>
              <a:ext uri="{FF2B5EF4-FFF2-40B4-BE49-F238E27FC236}">
                <a16:creationId xmlns:a16="http://schemas.microsoft.com/office/drawing/2014/main" id="{33808A03-6EC3-48BE-9D18-5A746D09243E}"/>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46868410-BE8A-4C98-9C72-20D0A2A6A8B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18</a:t>
            </a:fld>
            <a:endParaRPr lang="en-US" dirty="0"/>
          </a:p>
        </p:txBody>
      </p:sp>
    </p:spTree>
    <p:extLst>
      <p:ext uri="{BB962C8B-B14F-4D97-AF65-F5344CB8AC3E}">
        <p14:creationId xmlns:p14="http://schemas.microsoft.com/office/powerpoint/2010/main" val="3477453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a:lstStyle/>
          <a:p>
            <a:r>
              <a:rPr lang="en-US" dirty="0"/>
              <a:t>MEET THE TEAM  </a:t>
            </a:r>
          </a:p>
        </p:txBody>
      </p:sp>
      <p:pic>
        <p:nvPicPr>
          <p:cNvPr id="38" name="Picture Placeholder 37" descr="Team member headshot">
            <a:extLst>
              <a:ext uri="{FF2B5EF4-FFF2-40B4-BE49-F238E27FC236}">
                <a16:creationId xmlns:a16="http://schemas.microsoft.com/office/drawing/2014/main" id="{6E64DC71-C9CE-47FF-A3B6-597A9B09EC98}"/>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1877176" y="2428875"/>
            <a:ext cx="1066800" cy="1066800"/>
          </a:xfrm>
        </p:spPr>
      </p:pic>
      <p:pic>
        <p:nvPicPr>
          <p:cNvPr id="42" name="Picture Placeholder 41" descr="Team member headshot">
            <a:extLst>
              <a:ext uri="{FF2B5EF4-FFF2-40B4-BE49-F238E27FC236}">
                <a16:creationId xmlns:a16="http://schemas.microsoft.com/office/drawing/2014/main" id="{03BE9C30-CAE7-4AE5-8722-B20E200AC048}"/>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4226270" y="2428875"/>
            <a:ext cx="1066800" cy="1066800"/>
          </a:xfrm>
        </p:spPr>
      </p:pic>
      <p:pic>
        <p:nvPicPr>
          <p:cNvPr id="46" name="Picture Placeholder 45" descr="Team member headshot">
            <a:extLst>
              <a:ext uri="{FF2B5EF4-FFF2-40B4-BE49-F238E27FC236}">
                <a16:creationId xmlns:a16="http://schemas.microsoft.com/office/drawing/2014/main" id="{F8B9EE09-9F4E-47F5-82E5-A135C37A6E26}"/>
              </a:ext>
            </a:extLst>
          </p:cNvPr>
          <p:cNvPicPr>
            <a:picLocks noGrp="1" noChangeAspect="1"/>
          </p:cNvPicPr>
          <p:nvPr>
            <p:ph type="pic" sz="quarter" idx="16"/>
          </p:nvPr>
        </p:nvPicPr>
        <p:blipFill rotWithShape="1">
          <a:blip r:embed="rId4">
            <a:extLst>
              <a:ext uri="{28A0092B-C50C-407E-A947-70E740481C1C}">
                <a14:useLocalDpi xmlns:a14="http://schemas.microsoft.com/office/drawing/2010/main" val="0"/>
              </a:ext>
            </a:extLst>
          </a:blip>
          <a:srcRect/>
          <a:stretch/>
        </p:blipFill>
        <p:spPr>
          <a:xfrm>
            <a:off x="6716934" y="2428875"/>
            <a:ext cx="1066800" cy="1066800"/>
          </a:xfrm>
        </p:spPr>
      </p:pic>
      <p:pic>
        <p:nvPicPr>
          <p:cNvPr id="54" name="Picture Placeholder 53" descr="Team member headshot">
            <a:extLst>
              <a:ext uri="{FF2B5EF4-FFF2-40B4-BE49-F238E27FC236}">
                <a16:creationId xmlns:a16="http://schemas.microsoft.com/office/drawing/2014/main" id="{B789A13E-52C8-4E94-89B2-D51A0739F00A}"/>
              </a:ext>
            </a:extLst>
          </p:cNvPr>
          <p:cNvPicPr>
            <a:picLocks noGrp="1" noChangeAspect="1"/>
          </p:cNvPicPr>
          <p:nvPr>
            <p:ph type="pic" sz="quarter" idx="17"/>
          </p:nvPr>
        </p:nvPicPr>
        <p:blipFill rotWithShape="1">
          <a:blip r:embed="rId5">
            <a:extLst>
              <a:ext uri="{28A0092B-C50C-407E-A947-70E740481C1C}">
                <a14:useLocalDpi xmlns:a14="http://schemas.microsoft.com/office/drawing/2010/main" val="0"/>
              </a:ext>
            </a:extLst>
          </a:blip>
          <a:srcRect/>
          <a:stretch/>
        </p:blipFill>
        <p:spPr>
          <a:xfrm>
            <a:off x="9136814" y="2428875"/>
            <a:ext cx="1066800" cy="1066800"/>
          </a:xfrm>
        </p:spPr>
      </p:pic>
      <p:sp>
        <p:nvSpPr>
          <p:cNvPr id="36" name="Text Placeholder 35">
            <a:extLst>
              <a:ext uri="{FF2B5EF4-FFF2-40B4-BE49-F238E27FC236}">
                <a16:creationId xmlns:a16="http://schemas.microsoft.com/office/drawing/2014/main" id="{23BA8AAF-B08B-441B-AAF3-590A568329BF}"/>
              </a:ext>
            </a:extLst>
          </p:cNvPr>
          <p:cNvSpPr>
            <a:spLocks noGrp="1"/>
          </p:cNvSpPr>
          <p:nvPr>
            <p:ph type="body" idx="1"/>
          </p:nvPr>
        </p:nvSpPr>
        <p:spPr>
          <a:xfrm>
            <a:off x="1500168" y="3654378"/>
            <a:ext cx="1828800" cy="343061"/>
          </a:xfrm>
        </p:spPr>
        <p:txBody>
          <a:bodyPr/>
          <a:lstStyle/>
          <a:p>
            <a:r>
              <a:rPr lang="en-US" dirty="0"/>
              <a:t>TAKUMA HAYASHI</a:t>
            </a:r>
          </a:p>
          <a:p>
            <a:endParaRPr lang="en-US" dirty="0"/>
          </a:p>
        </p:txBody>
      </p:sp>
      <p:sp>
        <p:nvSpPr>
          <p:cNvPr id="52" name="Text Placeholder 51">
            <a:extLst>
              <a:ext uri="{FF2B5EF4-FFF2-40B4-BE49-F238E27FC236}">
                <a16:creationId xmlns:a16="http://schemas.microsoft.com/office/drawing/2014/main" id="{E07741A2-243F-4086-945C-BCA1F24E6DB5}"/>
              </a:ext>
            </a:extLst>
          </p:cNvPr>
          <p:cNvSpPr>
            <a:spLocks noGrp="1"/>
          </p:cNvSpPr>
          <p:nvPr>
            <p:ph type="body" idx="21"/>
          </p:nvPr>
        </p:nvSpPr>
        <p:spPr>
          <a:xfrm>
            <a:off x="1390120" y="3782039"/>
            <a:ext cx="2057400" cy="343061"/>
          </a:xfrm>
        </p:spPr>
        <p:txBody>
          <a:bodyPr/>
          <a:lstStyle/>
          <a:p>
            <a:r>
              <a:rPr lang="en-US" dirty="0"/>
              <a:t>President</a:t>
            </a:r>
          </a:p>
        </p:txBody>
      </p:sp>
      <p:sp>
        <p:nvSpPr>
          <p:cNvPr id="49" name="Text Placeholder 48">
            <a:extLst>
              <a:ext uri="{FF2B5EF4-FFF2-40B4-BE49-F238E27FC236}">
                <a16:creationId xmlns:a16="http://schemas.microsoft.com/office/drawing/2014/main" id="{27CB5CB7-B854-4F48-954C-5CF86CC9146D}"/>
              </a:ext>
            </a:extLst>
          </p:cNvPr>
          <p:cNvSpPr>
            <a:spLocks noGrp="1"/>
          </p:cNvSpPr>
          <p:nvPr>
            <p:ph type="body" idx="18"/>
          </p:nvPr>
        </p:nvSpPr>
        <p:spPr>
          <a:xfrm>
            <a:off x="3849262" y="3669060"/>
            <a:ext cx="1828800" cy="343061"/>
          </a:xfrm>
        </p:spPr>
        <p:txBody>
          <a:bodyPr/>
          <a:lstStyle/>
          <a:p>
            <a:r>
              <a:rPr lang="en-US" dirty="0"/>
              <a:t>MIRJAM NILSSON​</a:t>
            </a:r>
          </a:p>
        </p:txBody>
      </p:sp>
      <p:sp>
        <p:nvSpPr>
          <p:cNvPr id="61" name="Text Placeholder 60">
            <a:extLst>
              <a:ext uri="{FF2B5EF4-FFF2-40B4-BE49-F238E27FC236}">
                <a16:creationId xmlns:a16="http://schemas.microsoft.com/office/drawing/2014/main" id="{F1C860E6-FF87-419F-8B26-B8EA4D5F3D3D}"/>
              </a:ext>
            </a:extLst>
          </p:cNvPr>
          <p:cNvSpPr>
            <a:spLocks noGrp="1"/>
          </p:cNvSpPr>
          <p:nvPr>
            <p:ph type="body" idx="22"/>
          </p:nvPr>
        </p:nvSpPr>
        <p:spPr>
          <a:xfrm>
            <a:off x="3739214" y="3796721"/>
            <a:ext cx="2057400" cy="343061"/>
          </a:xfrm>
        </p:spPr>
        <p:txBody>
          <a:bodyPr/>
          <a:lstStyle/>
          <a:p>
            <a:r>
              <a:rPr lang="en-US" dirty="0"/>
              <a:t>Chief Executive Officer</a:t>
            </a:r>
          </a:p>
        </p:txBody>
      </p:sp>
      <p:sp>
        <p:nvSpPr>
          <p:cNvPr id="50" name="Text Placeholder 49">
            <a:extLst>
              <a:ext uri="{FF2B5EF4-FFF2-40B4-BE49-F238E27FC236}">
                <a16:creationId xmlns:a16="http://schemas.microsoft.com/office/drawing/2014/main" id="{540F887C-E8EB-4467-90FE-023D47FFB454}"/>
              </a:ext>
            </a:extLst>
          </p:cNvPr>
          <p:cNvSpPr>
            <a:spLocks noGrp="1"/>
          </p:cNvSpPr>
          <p:nvPr>
            <p:ph type="body" idx="19"/>
          </p:nvPr>
        </p:nvSpPr>
        <p:spPr>
          <a:xfrm>
            <a:off x="6339926" y="3669060"/>
            <a:ext cx="1828800" cy="343061"/>
          </a:xfrm>
        </p:spPr>
        <p:txBody>
          <a:bodyPr/>
          <a:lstStyle/>
          <a:p>
            <a:r>
              <a:rPr lang="en-US" dirty="0"/>
              <a:t>FLORA BERGGREN​</a:t>
            </a:r>
          </a:p>
          <a:p>
            <a:endParaRPr lang="en-US" dirty="0"/>
          </a:p>
        </p:txBody>
      </p:sp>
      <p:sp>
        <p:nvSpPr>
          <p:cNvPr id="62" name="Text Placeholder 61">
            <a:extLst>
              <a:ext uri="{FF2B5EF4-FFF2-40B4-BE49-F238E27FC236}">
                <a16:creationId xmlns:a16="http://schemas.microsoft.com/office/drawing/2014/main" id="{F1AF6C54-9939-432B-BBC2-5E0C0F8B2D8C}"/>
              </a:ext>
            </a:extLst>
          </p:cNvPr>
          <p:cNvSpPr>
            <a:spLocks noGrp="1"/>
          </p:cNvSpPr>
          <p:nvPr>
            <p:ph type="body" idx="23"/>
          </p:nvPr>
        </p:nvSpPr>
        <p:spPr>
          <a:xfrm>
            <a:off x="6217963" y="3796721"/>
            <a:ext cx="2057400" cy="343061"/>
          </a:xfrm>
        </p:spPr>
        <p:txBody>
          <a:bodyPr/>
          <a:lstStyle/>
          <a:p>
            <a:r>
              <a:rPr lang="en-US" dirty="0"/>
              <a:t>Chief Operations Officer</a:t>
            </a:r>
          </a:p>
        </p:txBody>
      </p:sp>
      <p:sp>
        <p:nvSpPr>
          <p:cNvPr id="51" name="Text Placeholder 50">
            <a:extLst>
              <a:ext uri="{FF2B5EF4-FFF2-40B4-BE49-F238E27FC236}">
                <a16:creationId xmlns:a16="http://schemas.microsoft.com/office/drawing/2014/main" id="{C1C77C5B-2A5F-4999-A5BF-F60EA88DE493}"/>
              </a:ext>
            </a:extLst>
          </p:cNvPr>
          <p:cNvSpPr>
            <a:spLocks noGrp="1"/>
          </p:cNvSpPr>
          <p:nvPr>
            <p:ph type="body" idx="20"/>
          </p:nvPr>
        </p:nvSpPr>
        <p:spPr>
          <a:xfrm>
            <a:off x="8759806" y="3654378"/>
            <a:ext cx="1828800" cy="343061"/>
          </a:xfrm>
        </p:spPr>
        <p:txBody>
          <a:bodyPr/>
          <a:lstStyle/>
          <a:p>
            <a:r>
              <a:rPr lang="en-US" dirty="0"/>
              <a:t>RAJESH SANTOSHI</a:t>
            </a:r>
          </a:p>
        </p:txBody>
      </p:sp>
      <p:sp>
        <p:nvSpPr>
          <p:cNvPr id="63" name="Text Placeholder 62">
            <a:extLst>
              <a:ext uri="{FF2B5EF4-FFF2-40B4-BE49-F238E27FC236}">
                <a16:creationId xmlns:a16="http://schemas.microsoft.com/office/drawing/2014/main" id="{41797063-0A46-4FCE-86CB-FC66F997C5F4}"/>
              </a:ext>
            </a:extLst>
          </p:cNvPr>
          <p:cNvSpPr>
            <a:spLocks noGrp="1"/>
          </p:cNvSpPr>
          <p:nvPr>
            <p:ph type="body" idx="24"/>
          </p:nvPr>
        </p:nvSpPr>
        <p:spPr>
          <a:xfrm>
            <a:off x="8634432" y="3782039"/>
            <a:ext cx="2057400" cy="343061"/>
          </a:xfrm>
        </p:spPr>
        <p:txBody>
          <a:bodyPr/>
          <a:lstStyle/>
          <a:p>
            <a:r>
              <a:rPr lang="en-US" dirty="0"/>
              <a:t>VP Marketing</a:t>
            </a:r>
          </a:p>
        </p:txBody>
      </p:sp>
      <p:pic>
        <p:nvPicPr>
          <p:cNvPr id="58" name="Picture Placeholder 57" descr="Team member headshot">
            <a:extLst>
              <a:ext uri="{FF2B5EF4-FFF2-40B4-BE49-F238E27FC236}">
                <a16:creationId xmlns:a16="http://schemas.microsoft.com/office/drawing/2014/main" id="{67F12A1B-1645-4C97-AE80-CC96C4998E2E}"/>
              </a:ext>
            </a:extLst>
          </p:cNvPr>
          <p:cNvPicPr>
            <a:picLocks noGrp="1" noChangeAspect="1"/>
          </p:cNvPicPr>
          <p:nvPr>
            <p:ph type="pic" sz="quarter" idx="26"/>
          </p:nvPr>
        </p:nvPicPr>
        <p:blipFill rotWithShape="1">
          <a:blip r:embed="rId6">
            <a:extLst>
              <a:ext uri="{28A0092B-C50C-407E-A947-70E740481C1C}">
                <a14:useLocalDpi xmlns:a14="http://schemas.microsoft.com/office/drawing/2010/main" val="0"/>
              </a:ext>
            </a:extLst>
          </a:blip>
          <a:srcRect/>
          <a:stretch/>
        </p:blipFill>
        <p:spPr>
          <a:xfrm>
            <a:off x="1877176" y="4287711"/>
            <a:ext cx="1066800" cy="1066800"/>
          </a:xfrm>
        </p:spPr>
      </p:pic>
      <p:pic>
        <p:nvPicPr>
          <p:cNvPr id="66" name="Picture Placeholder 65" descr="Team member headshot">
            <a:extLst>
              <a:ext uri="{FF2B5EF4-FFF2-40B4-BE49-F238E27FC236}">
                <a16:creationId xmlns:a16="http://schemas.microsoft.com/office/drawing/2014/main" id="{448282B4-E477-4ECE-BC09-7EA9451D9AEE}"/>
              </a:ext>
            </a:extLst>
          </p:cNvPr>
          <p:cNvPicPr>
            <a:picLocks noGrp="1" noChangeAspect="1"/>
          </p:cNvPicPr>
          <p:nvPr>
            <p:ph type="pic" sz="quarter" idx="27"/>
          </p:nvPr>
        </p:nvPicPr>
        <p:blipFill rotWithShape="1">
          <a:blip r:embed="rId7">
            <a:extLst>
              <a:ext uri="{28A0092B-C50C-407E-A947-70E740481C1C}">
                <a14:useLocalDpi xmlns:a14="http://schemas.microsoft.com/office/drawing/2010/main" val="0"/>
              </a:ext>
            </a:extLst>
          </a:blip>
          <a:srcRect/>
          <a:stretch/>
        </p:blipFill>
        <p:spPr>
          <a:xfrm>
            <a:off x="4226270" y="4287711"/>
            <a:ext cx="1066800" cy="1066800"/>
          </a:xfrm>
        </p:spPr>
      </p:pic>
      <p:pic>
        <p:nvPicPr>
          <p:cNvPr id="78" name="Picture Placeholder 77" descr="Team member headshot">
            <a:extLst>
              <a:ext uri="{FF2B5EF4-FFF2-40B4-BE49-F238E27FC236}">
                <a16:creationId xmlns:a16="http://schemas.microsoft.com/office/drawing/2014/main" id="{15824874-C00E-4835-97F0-43C416DDCACC}"/>
              </a:ext>
            </a:extLst>
          </p:cNvPr>
          <p:cNvPicPr>
            <a:picLocks noGrp="1" noChangeAspect="1"/>
          </p:cNvPicPr>
          <p:nvPr>
            <p:ph type="pic" sz="quarter" idx="28"/>
          </p:nvPr>
        </p:nvPicPr>
        <p:blipFill rotWithShape="1">
          <a:blip r:embed="rId8">
            <a:extLst>
              <a:ext uri="{28A0092B-C50C-407E-A947-70E740481C1C}">
                <a14:useLocalDpi xmlns:a14="http://schemas.microsoft.com/office/drawing/2010/main" val="0"/>
              </a:ext>
            </a:extLst>
          </a:blip>
          <a:srcRect/>
          <a:stretch/>
        </p:blipFill>
        <p:spPr>
          <a:xfrm>
            <a:off x="6716934" y="4287711"/>
            <a:ext cx="1066800" cy="1066800"/>
          </a:xfrm>
        </p:spPr>
      </p:pic>
      <p:pic>
        <p:nvPicPr>
          <p:cNvPr id="83" name="Picture Placeholder 82" descr="Team member headshot">
            <a:extLst>
              <a:ext uri="{FF2B5EF4-FFF2-40B4-BE49-F238E27FC236}">
                <a16:creationId xmlns:a16="http://schemas.microsoft.com/office/drawing/2014/main" id="{96405252-7726-442E-9D15-755840A5AF27}"/>
              </a:ext>
            </a:extLst>
          </p:cNvPr>
          <p:cNvPicPr>
            <a:picLocks noGrp="1" noChangeAspect="1"/>
          </p:cNvPicPr>
          <p:nvPr>
            <p:ph type="pic" sz="quarter" idx="29"/>
          </p:nvPr>
        </p:nvPicPr>
        <p:blipFill rotWithShape="1">
          <a:blip r:embed="rId9">
            <a:extLst>
              <a:ext uri="{28A0092B-C50C-407E-A947-70E740481C1C}">
                <a14:useLocalDpi xmlns:a14="http://schemas.microsoft.com/office/drawing/2010/main" val="0"/>
              </a:ext>
            </a:extLst>
          </a:blip>
          <a:srcRect/>
          <a:stretch/>
        </p:blipFill>
        <p:spPr>
          <a:xfrm>
            <a:off x="9136814" y="4287711"/>
            <a:ext cx="1066800" cy="1066800"/>
          </a:xfrm>
        </p:spPr>
      </p:pic>
      <p:sp>
        <p:nvSpPr>
          <p:cNvPr id="64" name="Text Placeholder 63">
            <a:extLst>
              <a:ext uri="{FF2B5EF4-FFF2-40B4-BE49-F238E27FC236}">
                <a16:creationId xmlns:a16="http://schemas.microsoft.com/office/drawing/2014/main" id="{3ECD1D6F-7DAE-4DCC-BBB4-CD519379CDF6}"/>
              </a:ext>
            </a:extLst>
          </p:cNvPr>
          <p:cNvSpPr>
            <a:spLocks noGrp="1"/>
          </p:cNvSpPr>
          <p:nvPr>
            <p:ph type="body" idx="25"/>
          </p:nvPr>
        </p:nvSpPr>
        <p:spPr>
          <a:xfrm>
            <a:off x="1500168" y="5513214"/>
            <a:ext cx="1828800" cy="343061"/>
          </a:xfrm>
        </p:spPr>
        <p:txBody>
          <a:bodyPr/>
          <a:lstStyle/>
          <a:p>
            <a:r>
              <a:rPr lang="en-US" dirty="0"/>
              <a:t>GRAHAM BARNES</a:t>
            </a:r>
          </a:p>
          <a:p>
            <a:endParaRPr lang="en-US" dirty="0"/>
          </a:p>
        </p:txBody>
      </p:sp>
      <p:sp>
        <p:nvSpPr>
          <p:cNvPr id="72" name="Text Placeholder 71">
            <a:extLst>
              <a:ext uri="{FF2B5EF4-FFF2-40B4-BE49-F238E27FC236}">
                <a16:creationId xmlns:a16="http://schemas.microsoft.com/office/drawing/2014/main" id="{0420E7B5-7D79-437C-BC6E-11C9C9C73D12}"/>
              </a:ext>
            </a:extLst>
          </p:cNvPr>
          <p:cNvSpPr>
            <a:spLocks noGrp="1"/>
          </p:cNvSpPr>
          <p:nvPr>
            <p:ph type="body" idx="33"/>
          </p:nvPr>
        </p:nvSpPr>
        <p:spPr>
          <a:xfrm>
            <a:off x="1390120" y="5640875"/>
            <a:ext cx="2057400" cy="343061"/>
          </a:xfrm>
        </p:spPr>
        <p:txBody>
          <a:bodyPr/>
          <a:lstStyle/>
          <a:p>
            <a:r>
              <a:rPr lang="en-US" dirty="0"/>
              <a:t>VP Product</a:t>
            </a:r>
          </a:p>
        </p:txBody>
      </p:sp>
      <p:sp>
        <p:nvSpPr>
          <p:cNvPr id="69" name="Text Placeholder 68">
            <a:extLst>
              <a:ext uri="{FF2B5EF4-FFF2-40B4-BE49-F238E27FC236}">
                <a16:creationId xmlns:a16="http://schemas.microsoft.com/office/drawing/2014/main" id="{A5A9CD8D-31A9-4139-87B2-349EA8E14781}"/>
              </a:ext>
            </a:extLst>
          </p:cNvPr>
          <p:cNvSpPr>
            <a:spLocks noGrp="1"/>
          </p:cNvSpPr>
          <p:nvPr>
            <p:ph type="body" idx="30"/>
          </p:nvPr>
        </p:nvSpPr>
        <p:spPr>
          <a:xfrm>
            <a:off x="3849262" y="5527896"/>
            <a:ext cx="1828800" cy="343061"/>
          </a:xfrm>
        </p:spPr>
        <p:txBody>
          <a:bodyPr/>
          <a:lstStyle/>
          <a:p>
            <a:r>
              <a:rPr lang="en-US" dirty="0"/>
              <a:t>ROWAN MURPHY</a:t>
            </a:r>
          </a:p>
          <a:p>
            <a:endParaRPr lang="en-US" dirty="0"/>
          </a:p>
        </p:txBody>
      </p:sp>
      <p:sp>
        <p:nvSpPr>
          <p:cNvPr id="73" name="Text Placeholder 72">
            <a:extLst>
              <a:ext uri="{FF2B5EF4-FFF2-40B4-BE49-F238E27FC236}">
                <a16:creationId xmlns:a16="http://schemas.microsoft.com/office/drawing/2014/main" id="{E1FCDD58-01CD-47CF-AB15-A511E9D3612F}"/>
              </a:ext>
            </a:extLst>
          </p:cNvPr>
          <p:cNvSpPr>
            <a:spLocks noGrp="1"/>
          </p:cNvSpPr>
          <p:nvPr>
            <p:ph type="body" idx="34"/>
          </p:nvPr>
        </p:nvSpPr>
        <p:spPr>
          <a:xfrm>
            <a:off x="3739214" y="5655557"/>
            <a:ext cx="2057400" cy="343061"/>
          </a:xfrm>
        </p:spPr>
        <p:txBody>
          <a:bodyPr/>
          <a:lstStyle/>
          <a:p>
            <a:r>
              <a:rPr lang="en-US" dirty="0"/>
              <a:t>SEO Strategist</a:t>
            </a:r>
          </a:p>
        </p:txBody>
      </p:sp>
      <p:sp>
        <p:nvSpPr>
          <p:cNvPr id="70" name="Text Placeholder 69">
            <a:extLst>
              <a:ext uri="{FF2B5EF4-FFF2-40B4-BE49-F238E27FC236}">
                <a16:creationId xmlns:a16="http://schemas.microsoft.com/office/drawing/2014/main" id="{58753412-8033-48AD-80DF-945C72BC7335}"/>
              </a:ext>
            </a:extLst>
          </p:cNvPr>
          <p:cNvSpPr>
            <a:spLocks noGrp="1"/>
          </p:cNvSpPr>
          <p:nvPr>
            <p:ph type="body" idx="31"/>
          </p:nvPr>
        </p:nvSpPr>
        <p:spPr>
          <a:xfrm>
            <a:off x="6339926" y="5527896"/>
            <a:ext cx="1828800" cy="343061"/>
          </a:xfrm>
        </p:spPr>
        <p:txBody>
          <a:bodyPr/>
          <a:lstStyle/>
          <a:p>
            <a:r>
              <a:rPr lang="en-US" dirty="0"/>
              <a:t>ELIZABETH MOORE</a:t>
            </a:r>
          </a:p>
        </p:txBody>
      </p:sp>
      <p:sp>
        <p:nvSpPr>
          <p:cNvPr id="74" name="Text Placeholder 73">
            <a:extLst>
              <a:ext uri="{FF2B5EF4-FFF2-40B4-BE49-F238E27FC236}">
                <a16:creationId xmlns:a16="http://schemas.microsoft.com/office/drawing/2014/main" id="{2E2604A9-4BB8-4144-914B-DCF4F13DF3DB}"/>
              </a:ext>
            </a:extLst>
          </p:cNvPr>
          <p:cNvSpPr>
            <a:spLocks noGrp="1"/>
          </p:cNvSpPr>
          <p:nvPr>
            <p:ph type="body" idx="35"/>
          </p:nvPr>
        </p:nvSpPr>
        <p:spPr>
          <a:xfrm>
            <a:off x="6229878" y="5655557"/>
            <a:ext cx="2057400" cy="343061"/>
          </a:xfrm>
        </p:spPr>
        <p:txBody>
          <a:bodyPr/>
          <a:lstStyle/>
          <a:p>
            <a:r>
              <a:rPr lang="en-US" dirty="0"/>
              <a:t>Product Designer</a:t>
            </a:r>
          </a:p>
        </p:txBody>
      </p:sp>
      <p:sp>
        <p:nvSpPr>
          <p:cNvPr id="71" name="Text Placeholder 70">
            <a:extLst>
              <a:ext uri="{FF2B5EF4-FFF2-40B4-BE49-F238E27FC236}">
                <a16:creationId xmlns:a16="http://schemas.microsoft.com/office/drawing/2014/main" id="{A45FE9A3-15E0-49FA-B6E5-DB16CD0C2C8F}"/>
              </a:ext>
            </a:extLst>
          </p:cNvPr>
          <p:cNvSpPr>
            <a:spLocks noGrp="1"/>
          </p:cNvSpPr>
          <p:nvPr>
            <p:ph type="body" idx="32"/>
          </p:nvPr>
        </p:nvSpPr>
        <p:spPr>
          <a:xfrm>
            <a:off x="8759806" y="5513214"/>
            <a:ext cx="1828800" cy="343061"/>
          </a:xfrm>
        </p:spPr>
        <p:txBody>
          <a:bodyPr/>
          <a:lstStyle/>
          <a:p>
            <a:r>
              <a:rPr lang="en-US" dirty="0"/>
              <a:t>ROBIN KLINE</a:t>
            </a:r>
          </a:p>
        </p:txBody>
      </p:sp>
      <p:sp>
        <p:nvSpPr>
          <p:cNvPr id="75" name="Text Placeholder 74">
            <a:extLst>
              <a:ext uri="{FF2B5EF4-FFF2-40B4-BE49-F238E27FC236}">
                <a16:creationId xmlns:a16="http://schemas.microsoft.com/office/drawing/2014/main" id="{72076C4D-9688-4C1A-AB51-8F1051A803A9}"/>
              </a:ext>
            </a:extLst>
          </p:cNvPr>
          <p:cNvSpPr>
            <a:spLocks noGrp="1"/>
          </p:cNvSpPr>
          <p:nvPr>
            <p:ph type="body" idx="36"/>
          </p:nvPr>
        </p:nvSpPr>
        <p:spPr>
          <a:xfrm>
            <a:off x="8634432" y="5640875"/>
            <a:ext cx="2057400" cy="343061"/>
          </a:xfrm>
        </p:spPr>
        <p:txBody>
          <a:bodyPr/>
          <a:lstStyle/>
          <a:p>
            <a:r>
              <a:rPr lang="en-US" dirty="0"/>
              <a:t>Content Developer</a:t>
            </a:r>
          </a:p>
        </p:txBody>
      </p:sp>
      <p:sp>
        <p:nvSpPr>
          <p:cNvPr id="3" name="Date Placeholder 2">
            <a:extLst>
              <a:ext uri="{FF2B5EF4-FFF2-40B4-BE49-F238E27FC236}">
                <a16:creationId xmlns:a16="http://schemas.microsoft.com/office/drawing/2014/main" id="{1833164A-09D8-4E05-899E-C830A562A446}"/>
              </a:ext>
            </a:extLst>
          </p:cNvPr>
          <p:cNvSpPr>
            <a:spLocks noGrp="1"/>
          </p:cNvSpPr>
          <p:nvPr>
            <p:ph type="dt" sz="half" idx="10"/>
          </p:nvPr>
        </p:nvSpPr>
        <p:spPr>
          <a:xfrm>
            <a:off x="838200" y="6356350"/>
            <a:ext cx="2743200" cy="365125"/>
          </a:xfrm>
        </p:spPr>
        <p:txBody>
          <a:bodyPr/>
          <a:lstStyle/>
          <a:p>
            <a:r>
              <a:rPr lang="en-US" dirty="0"/>
              <a:t>20XX</a:t>
            </a:r>
          </a:p>
        </p:txBody>
      </p:sp>
      <p:sp>
        <p:nvSpPr>
          <p:cNvPr id="4" name="Footer Placeholder 3">
            <a:extLst>
              <a:ext uri="{FF2B5EF4-FFF2-40B4-BE49-F238E27FC236}">
                <a16:creationId xmlns:a16="http://schemas.microsoft.com/office/drawing/2014/main" id="{79EB4DEA-4DCD-421C-A905-7EFCAE898907}"/>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2E1923C7-5010-4C4F-A932-4BDA0B62A7C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19</a:t>
            </a:fld>
            <a:endParaRPr lang="en-US" dirty="0"/>
          </a:p>
        </p:txBody>
      </p:sp>
    </p:spTree>
    <p:extLst>
      <p:ext uri="{BB962C8B-B14F-4D97-AF65-F5344CB8AC3E}">
        <p14:creationId xmlns:p14="http://schemas.microsoft.com/office/powerpoint/2010/main" val="3396266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F33B-5572-4A00-A55C-1E13A6B3A8F1}"/>
              </a:ext>
            </a:extLst>
          </p:cNvPr>
          <p:cNvSpPr>
            <a:spLocks noGrp="1"/>
          </p:cNvSpPr>
          <p:nvPr>
            <p:ph type="title"/>
          </p:nvPr>
        </p:nvSpPr>
        <p:spPr>
          <a:xfrm>
            <a:off x="1885156" y="892177"/>
            <a:ext cx="8421688" cy="1325563"/>
          </a:xfrm>
        </p:spPr>
        <p:txBody>
          <a:bodyPr/>
          <a:lstStyle/>
          <a:p>
            <a:r>
              <a:rPr lang="en-US" dirty="0"/>
              <a:t>FUNDING</a:t>
            </a:r>
          </a:p>
        </p:txBody>
      </p:sp>
      <p:graphicFrame>
        <p:nvGraphicFramePr>
          <p:cNvPr id="58" name="Content Placeholder 57" title="Funding Chart">
            <a:extLst>
              <a:ext uri="{FF2B5EF4-FFF2-40B4-BE49-F238E27FC236}">
                <a16:creationId xmlns:a16="http://schemas.microsoft.com/office/drawing/2014/main" id="{0231F8BC-AEBA-4843-9F73-E06265724EAB}"/>
              </a:ext>
            </a:extLst>
          </p:cNvPr>
          <p:cNvGraphicFramePr>
            <a:graphicFrameLocks noGrp="1"/>
          </p:cNvGraphicFramePr>
          <p:nvPr>
            <p:ph sz="quarter" idx="21"/>
            <p:extLst>
              <p:ext uri="{D42A27DB-BD31-4B8C-83A1-F6EECF244321}">
                <p14:modId xmlns:p14="http://schemas.microsoft.com/office/powerpoint/2010/main" val="3157508600"/>
              </p:ext>
            </p:extLst>
          </p:nvPr>
        </p:nvGraphicFramePr>
        <p:xfrm>
          <a:off x="1074738" y="2370138"/>
          <a:ext cx="1857375" cy="1665287"/>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Placeholder 2">
            <a:extLst>
              <a:ext uri="{FF2B5EF4-FFF2-40B4-BE49-F238E27FC236}">
                <a16:creationId xmlns:a16="http://schemas.microsoft.com/office/drawing/2014/main" id="{82A4739B-8DE9-4523-8034-4E83861CCF73}"/>
              </a:ext>
            </a:extLst>
          </p:cNvPr>
          <p:cNvSpPr>
            <a:spLocks noGrp="1"/>
          </p:cNvSpPr>
          <p:nvPr>
            <p:ph type="body" idx="1"/>
          </p:nvPr>
        </p:nvSpPr>
        <p:spPr>
          <a:xfrm>
            <a:off x="838200" y="3788813"/>
            <a:ext cx="2330726" cy="804859"/>
          </a:xfrm>
        </p:spPr>
        <p:txBody>
          <a:bodyPr/>
          <a:lstStyle/>
          <a:p>
            <a:r>
              <a:rPr lang="en-US" dirty="0"/>
              <a:t>$14,000</a:t>
            </a:r>
          </a:p>
        </p:txBody>
      </p:sp>
      <p:sp>
        <p:nvSpPr>
          <p:cNvPr id="14" name="Text Placeholder 13">
            <a:extLst>
              <a:ext uri="{FF2B5EF4-FFF2-40B4-BE49-F238E27FC236}">
                <a16:creationId xmlns:a16="http://schemas.microsoft.com/office/drawing/2014/main" id="{C487CCC0-D329-4C1F-A1CD-04930A23C5C3}"/>
              </a:ext>
            </a:extLst>
          </p:cNvPr>
          <p:cNvSpPr>
            <a:spLocks noGrp="1"/>
          </p:cNvSpPr>
          <p:nvPr>
            <p:ph type="body" idx="17"/>
          </p:nvPr>
        </p:nvSpPr>
        <p:spPr>
          <a:xfrm>
            <a:off x="838200" y="4464810"/>
            <a:ext cx="2330726" cy="438505"/>
          </a:xfrm>
        </p:spPr>
        <p:txBody>
          <a:bodyPr/>
          <a:lstStyle/>
          <a:p>
            <a:r>
              <a:rPr lang="en-US" dirty="0"/>
              <a:t>ANGEL INVESTMENTS</a:t>
            </a:r>
          </a:p>
        </p:txBody>
      </p:sp>
      <p:sp>
        <p:nvSpPr>
          <p:cNvPr id="4" name="Content Placeholder 3">
            <a:extLst>
              <a:ext uri="{FF2B5EF4-FFF2-40B4-BE49-F238E27FC236}">
                <a16:creationId xmlns:a16="http://schemas.microsoft.com/office/drawing/2014/main" id="{21CF2BB3-1E12-4189-9F5F-EF136C62E39B}"/>
              </a:ext>
            </a:extLst>
          </p:cNvPr>
          <p:cNvSpPr>
            <a:spLocks noGrp="1"/>
          </p:cNvSpPr>
          <p:nvPr>
            <p:ph sz="half" idx="2"/>
          </p:nvPr>
        </p:nvSpPr>
        <p:spPr>
          <a:xfrm>
            <a:off x="838200" y="5120722"/>
            <a:ext cx="2330726" cy="853167"/>
          </a:xfrm>
        </p:spPr>
        <p:txBody>
          <a:bodyPr/>
          <a:lstStyle/>
          <a:p>
            <a:r>
              <a:rPr lang="en-US" dirty="0"/>
              <a:t>Amount obtained through other investors</a:t>
            </a:r>
          </a:p>
        </p:txBody>
      </p:sp>
      <p:graphicFrame>
        <p:nvGraphicFramePr>
          <p:cNvPr id="59" name="Content Placeholder 58" title="Funding Chart">
            <a:extLst>
              <a:ext uri="{FF2B5EF4-FFF2-40B4-BE49-F238E27FC236}">
                <a16:creationId xmlns:a16="http://schemas.microsoft.com/office/drawing/2014/main" id="{AD7D64AB-F97A-41F1-B2E8-66B1E245043A}"/>
              </a:ext>
            </a:extLst>
          </p:cNvPr>
          <p:cNvGraphicFramePr>
            <a:graphicFrameLocks noGrp="1"/>
          </p:cNvGraphicFramePr>
          <p:nvPr>
            <p:ph sz="quarter" idx="22"/>
            <p:extLst>
              <p:ext uri="{D42A27DB-BD31-4B8C-83A1-F6EECF244321}">
                <p14:modId xmlns:p14="http://schemas.microsoft.com/office/powerpoint/2010/main" val="3021991828"/>
              </p:ext>
            </p:extLst>
          </p:nvPr>
        </p:nvGraphicFramePr>
        <p:xfrm>
          <a:off x="3805238" y="2370138"/>
          <a:ext cx="1857375" cy="1665287"/>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Placeholder 4">
            <a:extLst>
              <a:ext uri="{FF2B5EF4-FFF2-40B4-BE49-F238E27FC236}">
                <a16:creationId xmlns:a16="http://schemas.microsoft.com/office/drawing/2014/main" id="{68145D0E-892D-492B-8AD6-551CF27DD5F7}"/>
              </a:ext>
            </a:extLst>
          </p:cNvPr>
          <p:cNvSpPr>
            <a:spLocks noGrp="1"/>
          </p:cNvSpPr>
          <p:nvPr>
            <p:ph type="body" sz="quarter" idx="3"/>
          </p:nvPr>
        </p:nvSpPr>
        <p:spPr>
          <a:xfrm>
            <a:off x="3562665" y="3788813"/>
            <a:ext cx="2342205" cy="804859"/>
          </a:xfrm>
        </p:spPr>
        <p:txBody>
          <a:bodyPr/>
          <a:lstStyle/>
          <a:p>
            <a:r>
              <a:rPr lang="en-US" dirty="0"/>
              <a:t>$12,000</a:t>
            </a:r>
          </a:p>
        </p:txBody>
      </p:sp>
      <p:sp>
        <p:nvSpPr>
          <p:cNvPr id="15" name="Text Placeholder 14">
            <a:extLst>
              <a:ext uri="{FF2B5EF4-FFF2-40B4-BE49-F238E27FC236}">
                <a16:creationId xmlns:a16="http://schemas.microsoft.com/office/drawing/2014/main" id="{34E62770-EE0A-4D83-B50E-CD868056030E}"/>
              </a:ext>
            </a:extLst>
          </p:cNvPr>
          <p:cNvSpPr>
            <a:spLocks noGrp="1"/>
          </p:cNvSpPr>
          <p:nvPr>
            <p:ph type="body" sz="quarter" idx="18"/>
          </p:nvPr>
        </p:nvSpPr>
        <p:spPr>
          <a:xfrm>
            <a:off x="3562665" y="4464810"/>
            <a:ext cx="2342205" cy="438505"/>
          </a:xfrm>
        </p:spPr>
        <p:txBody>
          <a:bodyPr/>
          <a:lstStyle/>
          <a:p>
            <a:r>
              <a:rPr lang="en-US" dirty="0"/>
              <a:t>PROPERTY</a:t>
            </a:r>
          </a:p>
        </p:txBody>
      </p:sp>
      <p:sp>
        <p:nvSpPr>
          <p:cNvPr id="6" name="Content Placeholder 5">
            <a:extLst>
              <a:ext uri="{FF2B5EF4-FFF2-40B4-BE49-F238E27FC236}">
                <a16:creationId xmlns:a16="http://schemas.microsoft.com/office/drawing/2014/main" id="{3ED3951E-8DE6-4BA9-B9BA-CFCDF432226C}"/>
              </a:ext>
            </a:extLst>
          </p:cNvPr>
          <p:cNvSpPr>
            <a:spLocks noGrp="1"/>
          </p:cNvSpPr>
          <p:nvPr>
            <p:ph sz="quarter" idx="4"/>
          </p:nvPr>
        </p:nvSpPr>
        <p:spPr>
          <a:xfrm>
            <a:off x="3562665" y="5120722"/>
            <a:ext cx="2342205" cy="853167"/>
          </a:xfrm>
        </p:spPr>
        <p:txBody>
          <a:bodyPr/>
          <a:lstStyle/>
          <a:p>
            <a:r>
              <a:rPr lang="en-US" dirty="0"/>
              <a:t>Revenue obtained from property rentals</a:t>
            </a:r>
          </a:p>
        </p:txBody>
      </p:sp>
      <p:graphicFrame>
        <p:nvGraphicFramePr>
          <p:cNvPr id="60" name="Content Placeholder 59" title="Funding Chart">
            <a:extLst>
              <a:ext uri="{FF2B5EF4-FFF2-40B4-BE49-F238E27FC236}">
                <a16:creationId xmlns:a16="http://schemas.microsoft.com/office/drawing/2014/main" id="{81BCDC44-04F0-4390-B965-A86C88176708}"/>
              </a:ext>
            </a:extLst>
          </p:cNvPr>
          <p:cNvGraphicFramePr>
            <a:graphicFrameLocks noGrp="1"/>
          </p:cNvGraphicFramePr>
          <p:nvPr>
            <p:ph sz="quarter" idx="23"/>
            <p:extLst>
              <p:ext uri="{D42A27DB-BD31-4B8C-83A1-F6EECF244321}">
                <p14:modId xmlns:p14="http://schemas.microsoft.com/office/powerpoint/2010/main" val="2350556506"/>
              </p:ext>
            </p:extLst>
          </p:nvPr>
        </p:nvGraphicFramePr>
        <p:xfrm>
          <a:off x="6529388" y="2370138"/>
          <a:ext cx="1857375" cy="1665287"/>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Placeholder 9">
            <a:extLst>
              <a:ext uri="{FF2B5EF4-FFF2-40B4-BE49-F238E27FC236}">
                <a16:creationId xmlns:a16="http://schemas.microsoft.com/office/drawing/2014/main" id="{C66E4F1A-AD73-4086-B578-235F0B9F1FC4}"/>
              </a:ext>
            </a:extLst>
          </p:cNvPr>
          <p:cNvSpPr>
            <a:spLocks noGrp="1"/>
          </p:cNvSpPr>
          <p:nvPr>
            <p:ph type="body" idx="13"/>
          </p:nvPr>
        </p:nvSpPr>
        <p:spPr>
          <a:xfrm>
            <a:off x="6298609" y="3788813"/>
            <a:ext cx="2330726" cy="804859"/>
          </a:xfrm>
        </p:spPr>
        <p:txBody>
          <a:bodyPr/>
          <a:lstStyle/>
          <a:p>
            <a:r>
              <a:rPr lang="en-US" dirty="0"/>
              <a:t>$82,000</a:t>
            </a:r>
          </a:p>
        </p:txBody>
      </p:sp>
      <p:sp>
        <p:nvSpPr>
          <p:cNvPr id="16" name="Text Placeholder 15">
            <a:extLst>
              <a:ext uri="{FF2B5EF4-FFF2-40B4-BE49-F238E27FC236}">
                <a16:creationId xmlns:a16="http://schemas.microsoft.com/office/drawing/2014/main" id="{AAB421C5-B6AC-48B8-8AEB-AB16AAE5010E}"/>
              </a:ext>
            </a:extLst>
          </p:cNvPr>
          <p:cNvSpPr>
            <a:spLocks noGrp="1"/>
          </p:cNvSpPr>
          <p:nvPr>
            <p:ph type="body" idx="19"/>
          </p:nvPr>
        </p:nvSpPr>
        <p:spPr>
          <a:xfrm>
            <a:off x="6298609" y="4464810"/>
            <a:ext cx="2330726" cy="438505"/>
          </a:xfrm>
        </p:spPr>
        <p:txBody>
          <a:bodyPr/>
          <a:lstStyle/>
          <a:p>
            <a:r>
              <a:rPr lang="en-US" dirty="0"/>
              <a:t>SHARES</a:t>
            </a:r>
          </a:p>
        </p:txBody>
      </p:sp>
      <p:sp>
        <p:nvSpPr>
          <p:cNvPr id="11" name="Content Placeholder 10">
            <a:extLst>
              <a:ext uri="{FF2B5EF4-FFF2-40B4-BE49-F238E27FC236}">
                <a16:creationId xmlns:a16="http://schemas.microsoft.com/office/drawing/2014/main" id="{345C82A0-3F56-47BD-9FB2-6B56DA715F93}"/>
              </a:ext>
            </a:extLst>
          </p:cNvPr>
          <p:cNvSpPr>
            <a:spLocks noGrp="1"/>
          </p:cNvSpPr>
          <p:nvPr>
            <p:ph sz="half" idx="14"/>
          </p:nvPr>
        </p:nvSpPr>
        <p:spPr>
          <a:xfrm>
            <a:off x="6298609" y="5120722"/>
            <a:ext cx="2330726" cy="853167"/>
          </a:xfrm>
        </p:spPr>
        <p:txBody>
          <a:bodyPr/>
          <a:lstStyle/>
          <a:p>
            <a:r>
              <a:rPr lang="en-US" dirty="0"/>
              <a:t>Number of shares converted into USD</a:t>
            </a:r>
          </a:p>
          <a:p>
            <a:endParaRPr lang="en-US" noProof="1"/>
          </a:p>
        </p:txBody>
      </p:sp>
      <p:graphicFrame>
        <p:nvGraphicFramePr>
          <p:cNvPr id="61" name="Content Placeholder 60" title="Funding Chart">
            <a:extLst>
              <a:ext uri="{FF2B5EF4-FFF2-40B4-BE49-F238E27FC236}">
                <a16:creationId xmlns:a16="http://schemas.microsoft.com/office/drawing/2014/main" id="{D78C801B-5A42-4B88-AF2C-A3C45CD69E2E}"/>
              </a:ext>
            </a:extLst>
          </p:cNvPr>
          <p:cNvGraphicFramePr>
            <a:graphicFrameLocks noGrp="1"/>
          </p:cNvGraphicFramePr>
          <p:nvPr>
            <p:ph sz="quarter" idx="24"/>
            <p:extLst>
              <p:ext uri="{D42A27DB-BD31-4B8C-83A1-F6EECF244321}">
                <p14:modId xmlns:p14="http://schemas.microsoft.com/office/powerpoint/2010/main" val="2617539870"/>
              </p:ext>
            </p:extLst>
          </p:nvPr>
        </p:nvGraphicFramePr>
        <p:xfrm>
          <a:off x="9259888" y="2370138"/>
          <a:ext cx="1857375" cy="1665287"/>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Placeholder 11">
            <a:extLst>
              <a:ext uri="{FF2B5EF4-FFF2-40B4-BE49-F238E27FC236}">
                <a16:creationId xmlns:a16="http://schemas.microsoft.com/office/drawing/2014/main" id="{F70E657A-85D8-48A8-B017-274F0C32C5C9}"/>
              </a:ext>
            </a:extLst>
          </p:cNvPr>
          <p:cNvSpPr>
            <a:spLocks noGrp="1"/>
          </p:cNvSpPr>
          <p:nvPr>
            <p:ph type="body" idx="15"/>
          </p:nvPr>
        </p:nvSpPr>
        <p:spPr>
          <a:xfrm>
            <a:off x="9023074" y="3788457"/>
            <a:ext cx="2330726" cy="804859"/>
          </a:xfrm>
        </p:spPr>
        <p:txBody>
          <a:bodyPr/>
          <a:lstStyle/>
          <a:p>
            <a:r>
              <a:rPr lang="en-US" dirty="0"/>
              <a:t>$32,000</a:t>
            </a:r>
          </a:p>
        </p:txBody>
      </p:sp>
      <p:sp>
        <p:nvSpPr>
          <p:cNvPr id="17" name="Text Placeholder 16">
            <a:extLst>
              <a:ext uri="{FF2B5EF4-FFF2-40B4-BE49-F238E27FC236}">
                <a16:creationId xmlns:a16="http://schemas.microsoft.com/office/drawing/2014/main" id="{025753CB-8973-4FAE-BB5D-5CC96CE338D4}"/>
              </a:ext>
            </a:extLst>
          </p:cNvPr>
          <p:cNvSpPr>
            <a:spLocks noGrp="1"/>
          </p:cNvSpPr>
          <p:nvPr>
            <p:ph type="body" idx="20"/>
          </p:nvPr>
        </p:nvSpPr>
        <p:spPr>
          <a:xfrm>
            <a:off x="9023074" y="4464454"/>
            <a:ext cx="2330726" cy="438505"/>
          </a:xfrm>
        </p:spPr>
        <p:txBody>
          <a:bodyPr/>
          <a:lstStyle/>
          <a:p>
            <a:r>
              <a:rPr lang="en-US" dirty="0"/>
              <a:t>CASH</a:t>
            </a:r>
          </a:p>
        </p:txBody>
      </p:sp>
      <p:sp>
        <p:nvSpPr>
          <p:cNvPr id="13" name="Content Placeholder 12">
            <a:extLst>
              <a:ext uri="{FF2B5EF4-FFF2-40B4-BE49-F238E27FC236}">
                <a16:creationId xmlns:a16="http://schemas.microsoft.com/office/drawing/2014/main" id="{69F9DEC9-77BC-482D-ACFB-0F2B6DC65F9F}"/>
              </a:ext>
            </a:extLst>
          </p:cNvPr>
          <p:cNvSpPr>
            <a:spLocks noGrp="1"/>
          </p:cNvSpPr>
          <p:nvPr>
            <p:ph sz="half" idx="16"/>
          </p:nvPr>
        </p:nvSpPr>
        <p:spPr>
          <a:xfrm>
            <a:off x="9023074" y="5120366"/>
            <a:ext cx="2330726" cy="853167"/>
          </a:xfrm>
        </p:spPr>
        <p:txBody>
          <a:bodyPr/>
          <a:lstStyle/>
          <a:p>
            <a:r>
              <a:rPr lang="en-US" noProof="1"/>
              <a:t>Liquid cash we have on hand</a:t>
            </a:r>
          </a:p>
          <a:p>
            <a:endParaRPr lang="en-US" dirty="0"/>
          </a:p>
        </p:txBody>
      </p:sp>
      <p:sp>
        <p:nvSpPr>
          <p:cNvPr id="7" name="Date Placeholder 6">
            <a:extLst>
              <a:ext uri="{FF2B5EF4-FFF2-40B4-BE49-F238E27FC236}">
                <a16:creationId xmlns:a16="http://schemas.microsoft.com/office/drawing/2014/main" id="{A563C171-5812-4E79-804A-ED04E1BD313F}"/>
              </a:ext>
            </a:extLst>
          </p:cNvPr>
          <p:cNvSpPr>
            <a:spLocks noGrp="1"/>
          </p:cNvSpPr>
          <p:nvPr>
            <p:ph type="dt" sz="half" idx="10"/>
          </p:nvPr>
        </p:nvSpPr>
        <p:spPr>
          <a:xfrm>
            <a:off x="838200" y="6356350"/>
            <a:ext cx="2743200" cy="365125"/>
          </a:xfrm>
        </p:spPr>
        <p:txBody>
          <a:bodyPr/>
          <a:lstStyle/>
          <a:p>
            <a:r>
              <a:rPr lang="en-US" dirty="0"/>
              <a:t>20XX</a:t>
            </a:r>
          </a:p>
        </p:txBody>
      </p:sp>
      <p:sp>
        <p:nvSpPr>
          <p:cNvPr id="8" name="Footer Placeholder 7">
            <a:extLst>
              <a:ext uri="{FF2B5EF4-FFF2-40B4-BE49-F238E27FC236}">
                <a16:creationId xmlns:a16="http://schemas.microsoft.com/office/drawing/2014/main" id="{3AD8A4DC-ECAA-4D59-BE12-EBEDDE9E2A7D}"/>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9" name="Slide Number Placeholder 8">
            <a:extLst>
              <a:ext uri="{FF2B5EF4-FFF2-40B4-BE49-F238E27FC236}">
                <a16:creationId xmlns:a16="http://schemas.microsoft.com/office/drawing/2014/main" id="{9BFC0B64-8F13-426F-B6C5-9C9427ACAD7E}"/>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20</a:t>
            </a:fld>
            <a:endParaRPr lang="en-US" dirty="0"/>
          </a:p>
        </p:txBody>
      </p:sp>
    </p:spTree>
    <p:extLst>
      <p:ext uri="{BB962C8B-B14F-4D97-AF65-F5344CB8AC3E}">
        <p14:creationId xmlns:p14="http://schemas.microsoft.com/office/powerpoint/2010/main" val="1177824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5476875" y="1671639"/>
            <a:ext cx="5111750" cy="1204912"/>
          </a:xfrm>
        </p:spPr>
        <p:txBody>
          <a:bodyPr/>
          <a:lstStyle/>
          <a:p>
            <a:r>
              <a:rPr lang="en-US" dirty="0"/>
              <a:t>SUMMARY</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476875" y="3682546"/>
            <a:ext cx="5111750" cy="1525588"/>
          </a:xfrm>
        </p:spPr>
        <p:txBody>
          <a:bodyPr vert="horz" lIns="91440" tIns="45720" rIns="91440" bIns="45720" rtlCol="0" anchor="b">
            <a:normAutofit/>
          </a:bodyPr>
          <a:lstStyle/>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sp>
        <p:nvSpPr>
          <p:cNvPr id="4" name="Date Placeholder 3">
            <a:extLst>
              <a:ext uri="{FF2B5EF4-FFF2-40B4-BE49-F238E27FC236}">
                <a16:creationId xmlns:a16="http://schemas.microsoft.com/office/drawing/2014/main" id="{13F8C8B5-F6EC-489B-BD0F-CD89A73CAB3A}"/>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11AEA823-8519-4F9D-81FA-3673131076FC}"/>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21</a:t>
            </a:fld>
            <a:endParaRPr lang="en-US" dirty="0"/>
          </a:p>
        </p:txBody>
      </p:sp>
    </p:spTree>
    <p:extLst>
      <p:ext uri="{BB962C8B-B14F-4D97-AF65-F5344CB8AC3E}">
        <p14:creationId xmlns:p14="http://schemas.microsoft.com/office/powerpoint/2010/main" val="920173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a:normAutofit/>
          </a:bodyPr>
          <a:lstStyle/>
          <a:p>
            <a:r>
              <a:rPr lang="en-US" dirty="0"/>
              <a:t>Mirjam Nilsson​</a:t>
            </a:r>
          </a:p>
          <a:p>
            <a:r>
              <a:rPr lang="en-US" dirty="0"/>
              <a:t>206-555-0146</a:t>
            </a:r>
          </a:p>
          <a:p>
            <a:r>
              <a:rPr lang="en-US" dirty="0"/>
              <a:t>mirjam@contoso.com</a:t>
            </a:r>
          </a:p>
          <a:p>
            <a:r>
              <a:rPr lang="en-US" dirty="0"/>
              <a:t>www.contoso.com</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a:lstStyle/>
          <a:p>
            <a:r>
              <a:rPr lang="en-US" dirty="0"/>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22</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{0101CBB1-026B-44E1-83F2-ED60199C4897}TF1ed81438-95a7-4ae9-841d-43ea2c64f7fc8ae7ff09_win32-aa52a5bb69e3</Template>
  <TotalTime>136</TotalTime>
  <Words>1076</Words>
  <Application>Microsoft Office PowerPoint</Application>
  <PresentationFormat>Grand écran</PresentationFormat>
  <Paragraphs>297</Paragraphs>
  <Slides>22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Calibri</vt:lpstr>
      <vt:lpstr>Wingdings</vt:lpstr>
      <vt:lpstr>Tenorite</vt:lpstr>
      <vt:lpstr>Arial</vt:lpstr>
      <vt:lpstr>Monoline</vt:lpstr>
      <vt:lpstr>FACULTÉ DES SCIENCES ET DES TECHNOLOGIES  (FST)</vt:lpstr>
      <vt:lpstr>Présentation PowerPoint</vt:lpstr>
      <vt:lpstr>introduction</vt:lpstr>
      <vt:lpstr>Objectifs du Projet </vt:lpstr>
      <vt:lpstr>  Problématique </vt:lpstr>
      <vt:lpstr>PRODUCT BENEFITS</vt:lpstr>
      <vt:lpstr>Présentation PowerPoint</vt:lpstr>
      <vt:lpstr>COMPANY OVERVIEW</vt:lpstr>
      <vt:lpstr>BUSINESS MODEL</vt:lpstr>
      <vt:lpstr>MARKET OVERVIEW</vt:lpstr>
      <vt:lpstr>Market comparison</vt:lpstr>
      <vt:lpstr>OUR COMPETITION</vt:lpstr>
      <vt:lpstr>Our competition  </vt:lpstr>
      <vt:lpstr>Growth strategy</vt:lpstr>
      <vt:lpstr>TRACTION</vt:lpstr>
      <vt:lpstr>TWO-YEAR ACTION PLAN</vt:lpstr>
      <vt:lpstr>FINANCIALS</vt:lpstr>
      <vt:lpstr>MEET THE TEAM</vt:lpstr>
      <vt:lpstr>MEET THE TEAM  </vt:lpstr>
      <vt:lpstr>FUNDING</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lens petiote</dc:creator>
  <cp:lastModifiedBy>Wildine Raphael</cp:lastModifiedBy>
  <cp:revision>2</cp:revision>
  <dcterms:created xsi:type="dcterms:W3CDTF">2026-05-17T17:47:05Z</dcterms:created>
  <dcterms:modified xsi:type="dcterms:W3CDTF">2026-05-18T17:58:21Z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